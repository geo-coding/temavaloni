
<file path=[Content_Types].xml><?xml version="1.0" encoding="utf-8"?>
<Types xmlns="http://schemas.openxmlformats.org/package/2006/content-types">
  <Default Extension="png" ContentType="image/png"/>
  <Default Extension="bin" ContentType="application/vnd.openxmlformats-officedocument.oleObject"/>
  <Default Extension="jfif" ContentType="image/jpeg"/>
  <Default Extension="emf" ContentType="image/x-emf"/>
  <Default Extension="jpeg" ContentType="image/jpeg"/>
  <Default Extension="rels" ContentType="application/vnd.openxmlformats-package.relationships+xml"/>
  <Default Extension="xml" ContentType="application/xml"/>
  <Default Extension="wdp" ContentType="image/vnd.ms-photo"/>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sldIdLst>
    <p:sldId id="256" r:id="rId2"/>
    <p:sldId id="266" r:id="rId3"/>
    <p:sldId id="267" r:id="rId4"/>
    <p:sldId id="268" r:id="rId5"/>
    <p:sldId id="269" r:id="rId6"/>
    <p:sldId id="260" r:id="rId7"/>
    <p:sldId id="270" r:id="rId8"/>
    <p:sldId id="275" r:id="rId9"/>
    <p:sldId id="273" r:id="rId10"/>
    <p:sldId id="274" r:id="rId11"/>
    <p:sldId id="276" r:id="rId12"/>
    <p:sldId id="278" r:id="rId13"/>
    <p:sldId id="277" r:id="rId14"/>
    <p:sldId id="279" r:id="rId15"/>
    <p:sldId id="280" r:id="rId16"/>
    <p:sldId id="281" r:id="rId17"/>
    <p:sldId id="282" r:id="rId18"/>
    <p:sldId id="272" r:id="rId19"/>
    <p:sldId id="284" r:id="rId20"/>
    <p:sldId id="283" r:id="rId21"/>
    <p:sldId id="265" r:id="rId2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2686" autoAdjust="0"/>
  </p:normalViewPr>
  <p:slideViewPr>
    <p:cSldViewPr snapToGrid="0">
      <p:cViewPr>
        <p:scale>
          <a:sx n="100" d="100"/>
          <a:sy n="100" d="100"/>
        </p:scale>
        <p:origin x="974" y="-274"/>
      </p:cViewPr>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pieChart>
        <c:varyColors val="1"/>
        <c:ser>
          <c:idx val="0"/>
          <c:order val="0"/>
          <c:tx>
            <c:strRef>
              <c:f>Sheet1!$B$1</c:f>
              <c:strCache>
                <c:ptCount val="1"/>
                <c:pt idx="0">
                  <c:v>Ujëmatësit</c:v>
                </c:pt>
              </c:strCache>
            </c:strRef>
          </c:tx>
          <c:dPt>
            <c:idx val="0"/>
            <c:bubble3D val="0"/>
            <c:spPr>
              <a:solidFill>
                <a:srgbClr val="FF0000"/>
              </a:solidFill>
              <a:ln w="19050">
                <a:solidFill>
                  <a:schemeClr val="lt1"/>
                </a:solidFill>
              </a:ln>
              <a:effectLst/>
            </c:spPr>
            <c:extLst>
              <c:ext xmlns:c16="http://schemas.microsoft.com/office/drawing/2014/chart" uri="{C3380CC4-5D6E-409C-BE32-E72D297353CC}">
                <c16:uniqueId val="{00000001-8BE6-4346-82A3-120A759B9768}"/>
              </c:ext>
            </c:extLst>
          </c:dPt>
          <c:dPt>
            <c:idx val="1"/>
            <c:bubble3D val="0"/>
            <c:spPr>
              <a:solidFill>
                <a:srgbClr val="92D050"/>
              </a:solidFill>
              <a:ln w="19050">
                <a:solidFill>
                  <a:schemeClr val="lt1"/>
                </a:solidFill>
              </a:ln>
              <a:effectLst/>
            </c:spPr>
            <c:extLst>
              <c:ext xmlns:c16="http://schemas.microsoft.com/office/drawing/2014/chart" uri="{C3380CC4-5D6E-409C-BE32-E72D297353CC}">
                <c16:uniqueId val="{00000002-8BE6-4346-82A3-120A759B9768}"/>
              </c:ext>
            </c:extLst>
          </c:dPt>
          <c:dPt>
            <c:idx val="2"/>
            <c:bubble3D val="0"/>
            <c:spPr>
              <a:solidFill>
                <a:srgbClr val="00B0F0"/>
              </a:solidFill>
              <a:ln w="19050">
                <a:solidFill>
                  <a:schemeClr val="lt1"/>
                </a:solidFill>
              </a:ln>
              <a:effectLst/>
            </c:spPr>
            <c:extLst>
              <c:ext xmlns:c16="http://schemas.microsoft.com/office/drawing/2014/chart" uri="{C3380CC4-5D6E-409C-BE32-E72D297353CC}">
                <c16:uniqueId val="{00000003-8BE6-4346-82A3-120A759B9768}"/>
              </c:ext>
            </c:extLst>
          </c:dPt>
          <c:cat>
            <c:strRef>
              <c:f>Sheet1!$A$2:$A$4</c:f>
              <c:strCache>
                <c:ptCount val="3"/>
                <c:pt idx="0">
                  <c:v>Ujëmatës zonal</c:v>
                </c:pt>
                <c:pt idx="1">
                  <c:v>Ujëmatës kolektiv</c:v>
                </c:pt>
                <c:pt idx="2">
                  <c:v>Ujëmatës individual</c:v>
                </c:pt>
              </c:strCache>
            </c:strRef>
          </c:cat>
          <c:val>
            <c:numRef>
              <c:f>Sheet1!$B$2:$B$4</c:f>
              <c:numCache>
                <c:formatCode>General</c:formatCode>
                <c:ptCount val="3"/>
                <c:pt idx="0">
                  <c:v>4</c:v>
                </c:pt>
                <c:pt idx="1">
                  <c:v>22</c:v>
                </c:pt>
                <c:pt idx="2">
                  <c:v>189</c:v>
                </c:pt>
              </c:numCache>
            </c:numRef>
          </c:val>
          <c:extLst>
            <c:ext xmlns:c16="http://schemas.microsoft.com/office/drawing/2014/chart" uri="{C3380CC4-5D6E-409C-BE32-E72D297353CC}">
              <c16:uniqueId val="{00000000-8BE6-4346-82A3-120A759B9768}"/>
            </c:ext>
          </c:extLst>
        </c:ser>
        <c:dLbls>
          <c:showLegendKey val="0"/>
          <c:showVal val="0"/>
          <c:showCatName val="0"/>
          <c:showSerName val="0"/>
          <c:showPercent val="0"/>
          <c:showBubbleSize val="0"/>
          <c:showLeaderLines val="1"/>
        </c:dLbls>
        <c:firstSliceAng val="0"/>
      </c:pieChart>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diagrams/colors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B427AED-8929-4A2A-92DE-15C90A429175}" type="doc">
      <dgm:prSet loTypeId="urn:microsoft.com/office/officeart/2005/8/layout/cycle7" loCatId="cycle" qsTypeId="urn:microsoft.com/office/officeart/2005/8/quickstyle/simple1" qsCatId="simple" csTypeId="urn:microsoft.com/office/officeart/2005/8/colors/colorful5" csCatId="colorful" phldr="1"/>
      <dgm:spPr/>
      <dgm:t>
        <a:bodyPr/>
        <a:lstStyle/>
        <a:p>
          <a:endParaRPr lang="en-US"/>
        </a:p>
      </dgm:t>
    </dgm:pt>
    <dgm:pt modelId="{947389D9-464D-4081-A07B-F549C9AD966F}">
      <dgm:prSet phldrT="[Text]"/>
      <dgm:spPr/>
      <dgm:t>
        <a:bodyPr/>
        <a:lstStyle/>
        <a:p>
          <a:r>
            <a:rPr lang="en-US"/>
            <a:t>Ndarja e të dhënave</a:t>
          </a:r>
        </a:p>
      </dgm:t>
    </dgm:pt>
    <dgm:pt modelId="{4330481F-A0F8-4B76-ADAA-5EC8A75A744D}" type="parTrans" cxnId="{7C784A01-4000-4CC1-9C95-EA3D21498064}">
      <dgm:prSet/>
      <dgm:spPr/>
      <dgm:t>
        <a:bodyPr/>
        <a:lstStyle/>
        <a:p>
          <a:endParaRPr lang="en-US"/>
        </a:p>
      </dgm:t>
    </dgm:pt>
    <dgm:pt modelId="{181CD5EC-D190-4600-B7B6-3B1CFB05FA02}" type="sibTrans" cxnId="{7C784A01-4000-4CC1-9C95-EA3D21498064}">
      <dgm:prSet/>
      <dgm:spPr/>
      <dgm:t>
        <a:bodyPr/>
        <a:lstStyle/>
        <a:p>
          <a:endParaRPr lang="en-US"/>
        </a:p>
      </dgm:t>
    </dgm:pt>
    <dgm:pt modelId="{6DD6AB4C-5698-4DCB-AD7B-8BCD22860C1F}">
      <dgm:prSet phldrT="[Text]"/>
      <dgm:spPr/>
      <dgm:t>
        <a:bodyPr/>
        <a:lstStyle/>
        <a:p>
          <a:r>
            <a:rPr lang="en-US"/>
            <a:t>Sekondare</a:t>
          </a:r>
        </a:p>
      </dgm:t>
    </dgm:pt>
    <dgm:pt modelId="{ED1A5C37-6E0C-493B-AFE9-2AF5E91FB09F}" type="parTrans" cxnId="{C695966A-B15A-42F6-84AD-E949159C868B}">
      <dgm:prSet/>
      <dgm:spPr/>
      <dgm:t>
        <a:bodyPr/>
        <a:lstStyle/>
        <a:p>
          <a:endParaRPr lang="en-US"/>
        </a:p>
      </dgm:t>
    </dgm:pt>
    <dgm:pt modelId="{BC102EBB-9C56-40C6-B448-166D2B242547}" type="sibTrans" cxnId="{C695966A-B15A-42F6-84AD-E949159C868B}">
      <dgm:prSet/>
      <dgm:spPr/>
      <dgm:t>
        <a:bodyPr/>
        <a:lstStyle/>
        <a:p>
          <a:endParaRPr lang="en-US"/>
        </a:p>
      </dgm:t>
    </dgm:pt>
    <dgm:pt modelId="{BAB29156-1183-4F24-8676-ED3E61FD630F}">
      <dgm:prSet phldrT="[Text]"/>
      <dgm:spPr/>
      <dgm:t>
        <a:bodyPr/>
        <a:lstStyle/>
        <a:p>
          <a:r>
            <a:rPr lang="en-US"/>
            <a:t>Primare</a:t>
          </a:r>
        </a:p>
      </dgm:t>
    </dgm:pt>
    <dgm:pt modelId="{8C4AA70B-7FB3-4A90-87E1-DF4C4E3758D9}" type="parTrans" cxnId="{166A6675-8032-464F-AF86-DE92A0F884D1}">
      <dgm:prSet/>
      <dgm:spPr/>
      <dgm:t>
        <a:bodyPr/>
        <a:lstStyle/>
        <a:p>
          <a:endParaRPr lang="en-US"/>
        </a:p>
      </dgm:t>
    </dgm:pt>
    <dgm:pt modelId="{BEB37BB8-CEA0-4C9D-82D2-A6DDCE894AC6}" type="sibTrans" cxnId="{166A6675-8032-464F-AF86-DE92A0F884D1}">
      <dgm:prSet/>
      <dgm:spPr/>
      <dgm:t>
        <a:bodyPr/>
        <a:lstStyle/>
        <a:p>
          <a:endParaRPr lang="en-US"/>
        </a:p>
      </dgm:t>
    </dgm:pt>
    <dgm:pt modelId="{14244D9F-C05A-44F6-92F5-7A6FF6852727}" type="pres">
      <dgm:prSet presAssocID="{8B427AED-8929-4A2A-92DE-15C90A429175}" presName="Name0" presStyleCnt="0">
        <dgm:presLayoutVars>
          <dgm:dir/>
          <dgm:resizeHandles val="exact"/>
        </dgm:presLayoutVars>
      </dgm:prSet>
      <dgm:spPr/>
    </dgm:pt>
    <dgm:pt modelId="{17036ACE-FA03-4BF5-9FFF-17D59BEC706A}" type="pres">
      <dgm:prSet presAssocID="{947389D9-464D-4081-A07B-F549C9AD966F}" presName="node" presStyleLbl="node1" presStyleIdx="0" presStyleCnt="3">
        <dgm:presLayoutVars>
          <dgm:bulletEnabled val="1"/>
        </dgm:presLayoutVars>
      </dgm:prSet>
      <dgm:spPr/>
    </dgm:pt>
    <dgm:pt modelId="{20461F89-D5E3-4D79-8F92-7EE0CEFD132F}" type="pres">
      <dgm:prSet presAssocID="{181CD5EC-D190-4600-B7B6-3B1CFB05FA02}" presName="sibTrans" presStyleLbl="sibTrans2D1" presStyleIdx="0" presStyleCnt="3"/>
      <dgm:spPr/>
    </dgm:pt>
    <dgm:pt modelId="{C7D39369-52B8-48D2-8FEB-9E7479E9C305}" type="pres">
      <dgm:prSet presAssocID="{181CD5EC-D190-4600-B7B6-3B1CFB05FA02}" presName="connectorText" presStyleLbl="sibTrans2D1" presStyleIdx="0" presStyleCnt="3"/>
      <dgm:spPr/>
    </dgm:pt>
    <dgm:pt modelId="{E714A256-3787-4E37-BFF9-BD75103907DC}" type="pres">
      <dgm:prSet presAssocID="{6DD6AB4C-5698-4DCB-AD7B-8BCD22860C1F}" presName="node" presStyleLbl="node1" presStyleIdx="1" presStyleCnt="3">
        <dgm:presLayoutVars>
          <dgm:bulletEnabled val="1"/>
        </dgm:presLayoutVars>
      </dgm:prSet>
      <dgm:spPr/>
    </dgm:pt>
    <dgm:pt modelId="{70628B3F-845B-445E-9FC1-448A4E920BB0}" type="pres">
      <dgm:prSet presAssocID="{BC102EBB-9C56-40C6-B448-166D2B242547}" presName="sibTrans" presStyleLbl="sibTrans2D1" presStyleIdx="1" presStyleCnt="3"/>
      <dgm:spPr/>
    </dgm:pt>
    <dgm:pt modelId="{580B07C2-8AB8-4B0D-9FE5-8E224F9848EB}" type="pres">
      <dgm:prSet presAssocID="{BC102EBB-9C56-40C6-B448-166D2B242547}" presName="connectorText" presStyleLbl="sibTrans2D1" presStyleIdx="1" presStyleCnt="3"/>
      <dgm:spPr/>
    </dgm:pt>
    <dgm:pt modelId="{58F7C003-5EED-4544-92C8-EEE61F7658C6}" type="pres">
      <dgm:prSet presAssocID="{BAB29156-1183-4F24-8676-ED3E61FD630F}" presName="node" presStyleLbl="node1" presStyleIdx="2" presStyleCnt="3">
        <dgm:presLayoutVars>
          <dgm:bulletEnabled val="1"/>
        </dgm:presLayoutVars>
      </dgm:prSet>
      <dgm:spPr/>
    </dgm:pt>
    <dgm:pt modelId="{697BC232-6E07-48EB-BF7F-376245605B4D}" type="pres">
      <dgm:prSet presAssocID="{BEB37BB8-CEA0-4C9D-82D2-A6DDCE894AC6}" presName="sibTrans" presStyleLbl="sibTrans2D1" presStyleIdx="2" presStyleCnt="3"/>
      <dgm:spPr/>
    </dgm:pt>
    <dgm:pt modelId="{D9A3D87B-4707-433B-9D83-6CB48E1BE0F0}" type="pres">
      <dgm:prSet presAssocID="{BEB37BB8-CEA0-4C9D-82D2-A6DDCE894AC6}" presName="connectorText" presStyleLbl="sibTrans2D1" presStyleIdx="2" presStyleCnt="3"/>
      <dgm:spPr/>
    </dgm:pt>
  </dgm:ptLst>
  <dgm:cxnLst>
    <dgm:cxn modelId="{7C784A01-4000-4CC1-9C95-EA3D21498064}" srcId="{8B427AED-8929-4A2A-92DE-15C90A429175}" destId="{947389D9-464D-4081-A07B-F549C9AD966F}" srcOrd="0" destOrd="0" parTransId="{4330481F-A0F8-4B76-ADAA-5EC8A75A744D}" sibTransId="{181CD5EC-D190-4600-B7B6-3B1CFB05FA02}"/>
    <dgm:cxn modelId="{D1590A1E-9173-4F62-B915-33C55237A993}" type="presOf" srcId="{BC102EBB-9C56-40C6-B448-166D2B242547}" destId="{70628B3F-845B-445E-9FC1-448A4E920BB0}" srcOrd="0" destOrd="0" presId="urn:microsoft.com/office/officeart/2005/8/layout/cycle7"/>
    <dgm:cxn modelId="{DEEB282A-7568-4BD5-A512-2F3E91C63617}" type="presOf" srcId="{BC102EBB-9C56-40C6-B448-166D2B242547}" destId="{580B07C2-8AB8-4B0D-9FE5-8E224F9848EB}" srcOrd="1" destOrd="0" presId="urn:microsoft.com/office/officeart/2005/8/layout/cycle7"/>
    <dgm:cxn modelId="{2B37662C-3385-4940-A04B-AA7B88AFC33F}" type="presOf" srcId="{BEB37BB8-CEA0-4C9D-82D2-A6DDCE894AC6}" destId="{D9A3D87B-4707-433B-9D83-6CB48E1BE0F0}" srcOrd="1" destOrd="0" presId="urn:microsoft.com/office/officeart/2005/8/layout/cycle7"/>
    <dgm:cxn modelId="{F008B847-2266-476A-92C4-6919E74CF27D}" type="presOf" srcId="{6DD6AB4C-5698-4DCB-AD7B-8BCD22860C1F}" destId="{E714A256-3787-4E37-BFF9-BD75103907DC}" srcOrd="0" destOrd="0" presId="urn:microsoft.com/office/officeart/2005/8/layout/cycle7"/>
    <dgm:cxn modelId="{C695966A-B15A-42F6-84AD-E949159C868B}" srcId="{8B427AED-8929-4A2A-92DE-15C90A429175}" destId="{6DD6AB4C-5698-4DCB-AD7B-8BCD22860C1F}" srcOrd="1" destOrd="0" parTransId="{ED1A5C37-6E0C-493B-AFE9-2AF5E91FB09F}" sibTransId="{BC102EBB-9C56-40C6-B448-166D2B242547}"/>
    <dgm:cxn modelId="{24FA986B-77FB-4EF6-AB52-B8ECEC68304C}" type="presOf" srcId="{8B427AED-8929-4A2A-92DE-15C90A429175}" destId="{14244D9F-C05A-44F6-92F5-7A6FF6852727}" srcOrd="0" destOrd="0" presId="urn:microsoft.com/office/officeart/2005/8/layout/cycle7"/>
    <dgm:cxn modelId="{166A6675-8032-464F-AF86-DE92A0F884D1}" srcId="{8B427AED-8929-4A2A-92DE-15C90A429175}" destId="{BAB29156-1183-4F24-8676-ED3E61FD630F}" srcOrd="2" destOrd="0" parTransId="{8C4AA70B-7FB3-4A90-87E1-DF4C4E3758D9}" sibTransId="{BEB37BB8-CEA0-4C9D-82D2-A6DDCE894AC6}"/>
    <dgm:cxn modelId="{EC9F098E-9C18-4BAE-B9DF-F4B763A9DE62}" type="presOf" srcId="{BAB29156-1183-4F24-8676-ED3E61FD630F}" destId="{58F7C003-5EED-4544-92C8-EEE61F7658C6}" srcOrd="0" destOrd="0" presId="urn:microsoft.com/office/officeart/2005/8/layout/cycle7"/>
    <dgm:cxn modelId="{37FBE2C6-74E6-4E81-A12C-9F7176FABDAD}" type="presOf" srcId="{BEB37BB8-CEA0-4C9D-82D2-A6DDCE894AC6}" destId="{697BC232-6E07-48EB-BF7F-376245605B4D}" srcOrd="0" destOrd="0" presId="urn:microsoft.com/office/officeart/2005/8/layout/cycle7"/>
    <dgm:cxn modelId="{7C044BCD-30E9-4F20-B2BC-FB7E698D84DD}" type="presOf" srcId="{947389D9-464D-4081-A07B-F549C9AD966F}" destId="{17036ACE-FA03-4BF5-9FFF-17D59BEC706A}" srcOrd="0" destOrd="0" presId="urn:microsoft.com/office/officeart/2005/8/layout/cycle7"/>
    <dgm:cxn modelId="{2FA717D5-8272-4876-A50C-6EAAD6C98CAC}" type="presOf" srcId="{181CD5EC-D190-4600-B7B6-3B1CFB05FA02}" destId="{20461F89-D5E3-4D79-8F92-7EE0CEFD132F}" srcOrd="0" destOrd="0" presId="urn:microsoft.com/office/officeart/2005/8/layout/cycle7"/>
    <dgm:cxn modelId="{BC41D5D5-9E52-4C3C-B1FA-39AA9AEFB689}" type="presOf" srcId="{181CD5EC-D190-4600-B7B6-3B1CFB05FA02}" destId="{C7D39369-52B8-48D2-8FEB-9E7479E9C305}" srcOrd="1" destOrd="0" presId="urn:microsoft.com/office/officeart/2005/8/layout/cycle7"/>
    <dgm:cxn modelId="{DB60C593-C814-4ED6-AD10-29A2FEDC4E84}" type="presParOf" srcId="{14244D9F-C05A-44F6-92F5-7A6FF6852727}" destId="{17036ACE-FA03-4BF5-9FFF-17D59BEC706A}" srcOrd="0" destOrd="0" presId="urn:microsoft.com/office/officeart/2005/8/layout/cycle7"/>
    <dgm:cxn modelId="{51EE860E-66A1-4EB8-9AE4-8BBDD1504B11}" type="presParOf" srcId="{14244D9F-C05A-44F6-92F5-7A6FF6852727}" destId="{20461F89-D5E3-4D79-8F92-7EE0CEFD132F}" srcOrd="1" destOrd="0" presId="urn:microsoft.com/office/officeart/2005/8/layout/cycle7"/>
    <dgm:cxn modelId="{8EC0470A-5AED-45B6-9213-CDEE4C6EF954}" type="presParOf" srcId="{20461F89-D5E3-4D79-8F92-7EE0CEFD132F}" destId="{C7D39369-52B8-48D2-8FEB-9E7479E9C305}" srcOrd="0" destOrd="0" presId="urn:microsoft.com/office/officeart/2005/8/layout/cycle7"/>
    <dgm:cxn modelId="{20B3E9CB-B0F2-42C2-BFC3-2C5952F527D1}" type="presParOf" srcId="{14244D9F-C05A-44F6-92F5-7A6FF6852727}" destId="{E714A256-3787-4E37-BFF9-BD75103907DC}" srcOrd="2" destOrd="0" presId="urn:microsoft.com/office/officeart/2005/8/layout/cycle7"/>
    <dgm:cxn modelId="{00BF0A65-8950-4E38-B14F-4FE80E5041E8}" type="presParOf" srcId="{14244D9F-C05A-44F6-92F5-7A6FF6852727}" destId="{70628B3F-845B-445E-9FC1-448A4E920BB0}" srcOrd="3" destOrd="0" presId="urn:microsoft.com/office/officeart/2005/8/layout/cycle7"/>
    <dgm:cxn modelId="{EA1FD731-D88A-456D-A656-63B66385235B}" type="presParOf" srcId="{70628B3F-845B-445E-9FC1-448A4E920BB0}" destId="{580B07C2-8AB8-4B0D-9FE5-8E224F9848EB}" srcOrd="0" destOrd="0" presId="urn:microsoft.com/office/officeart/2005/8/layout/cycle7"/>
    <dgm:cxn modelId="{250A35C4-C612-4E70-8866-E08AC7EBB0F2}" type="presParOf" srcId="{14244D9F-C05A-44F6-92F5-7A6FF6852727}" destId="{58F7C003-5EED-4544-92C8-EEE61F7658C6}" srcOrd="4" destOrd="0" presId="urn:microsoft.com/office/officeart/2005/8/layout/cycle7"/>
    <dgm:cxn modelId="{D10FEEBF-B412-4496-8D5F-625D81B35D33}" type="presParOf" srcId="{14244D9F-C05A-44F6-92F5-7A6FF6852727}" destId="{697BC232-6E07-48EB-BF7F-376245605B4D}" srcOrd="5" destOrd="0" presId="urn:microsoft.com/office/officeart/2005/8/layout/cycle7"/>
    <dgm:cxn modelId="{6BECF935-73C2-40F7-80FF-FE30D2EE5E56}" type="presParOf" srcId="{697BC232-6E07-48EB-BF7F-376245605B4D}" destId="{D9A3D87B-4707-433B-9D83-6CB48E1BE0F0}" srcOrd="0" destOrd="0" presId="urn:microsoft.com/office/officeart/2005/8/layout/cycle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CF9AADD-5700-4E5D-952F-DD60D1472215}" type="doc">
      <dgm:prSet loTypeId="urn:microsoft.com/office/officeart/2005/8/layout/hProcess7" loCatId="list" qsTypeId="urn:microsoft.com/office/officeart/2005/8/quickstyle/simple1" qsCatId="simple" csTypeId="urn:microsoft.com/office/officeart/2005/8/colors/accent1_2" csCatId="accent1" phldr="1"/>
      <dgm:spPr/>
      <dgm:t>
        <a:bodyPr/>
        <a:lstStyle/>
        <a:p>
          <a:endParaRPr lang="en-US"/>
        </a:p>
      </dgm:t>
    </dgm:pt>
    <dgm:pt modelId="{A20B2266-3138-45C6-9AD5-D7CE6D747912}">
      <dgm:prSet phldrT="[Text]"/>
      <dgm:spPr>
        <a:solidFill>
          <a:schemeClr val="bg1">
            <a:lumMod val="65000"/>
          </a:schemeClr>
        </a:solidFill>
      </dgm:spPr>
      <dgm:t>
        <a:bodyPr/>
        <a:lstStyle/>
        <a:p>
          <a:br>
            <a:rPr lang="en-US"/>
          </a:br>
          <a:endParaRPr lang="en-US"/>
        </a:p>
      </dgm:t>
    </dgm:pt>
    <dgm:pt modelId="{5609DE42-2C0D-4406-A331-EB56DA35ABD8}" type="parTrans" cxnId="{D1A1B588-2F38-407E-87C4-E79789F7E15F}">
      <dgm:prSet/>
      <dgm:spPr/>
      <dgm:t>
        <a:bodyPr/>
        <a:lstStyle/>
        <a:p>
          <a:endParaRPr lang="en-US"/>
        </a:p>
      </dgm:t>
    </dgm:pt>
    <dgm:pt modelId="{C5884204-369F-43F2-9334-540958AABBA4}" type="sibTrans" cxnId="{D1A1B588-2F38-407E-87C4-E79789F7E15F}">
      <dgm:prSet/>
      <dgm:spPr/>
      <dgm:t>
        <a:bodyPr/>
        <a:lstStyle/>
        <a:p>
          <a:endParaRPr lang="en-US"/>
        </a:p>
      </dgm:t>
    </dgm:pt>
    <dgm:pt modelId="{C94021B2-3C43-4C38-9333-1FFB1FB2A26B}">
      <dgm:prSet phldrT="[Text]"/>
      <dgm:spPr/>
      <dgm:t>
        <a:bodyPr/>
        <a:lstStyle/>
        <a:p>
          <a:pPr>
            <a:buNone/>
          </a:pPr>
          <a:r>
            <a:rPr lang="sq-AL">
              <a:latin typeface="Times New Roman" panose="02020603050405020304" pitchFamily="18" charset="0"/>
              <a:cs typeface="Times New Roman" panose="02020603050405020304" pitchFamily="18" charset="0"/>
            </a:rPr>
            <a:t>Modelimi i shenjave hartografike</a:t>
          </a:r>
          <a:endParaRPr lang="en-US"/>
        </a:p>
      </dgm:t>
    </dgm:pt>
    <dgm:pt modelId="{9C715EB6-6139-415E-9063-C69F904E3B76}" type="parTrans" cxnId="{5C5F2AB1-0D76-4478-9729-551C2779DE20}">
      <dgm:prSet/>
      <dgm:spPr/>
      <dgm:t>
        <a:bodyPr/>
        <a:lstStyle/>
        <a:p>
          <a:endParaRPr lang="en-US"/>
        </a:p>
      </dgm:t>
    </dgm:pt>
    <dgm:pt modelId="{8E72B2E9-EE4B-4CDB-869F-3743BBCF636B}" type="sibTrans" cxnId="{5C5F2AB1-0D76-4478-9729-551C2779DE20}">
      <dgm:prSet/>
      <dgm:spPr/>
      <dgm:t>
        <a:bodyPr/>
        <a:lstStyle/>
        <a:p>
          <a:endParaRPr lang="en-US"/>
        </a:p>
      </dgm:t>
    </dgm:pt>
    <dgm:pt modelId="{EBF164FD-E6F3-4E9A-BADB-81EDC17E61BD}">
      <dgm:prSet phldrT="[Text]"/>
      <dgm:spPr/>
      <dgm:t>
        <a:bodyPr/>
        <a:lstStyle/>
        <a:p>
          <a:pPr>
            <a:buNone/>
          </a:pPr>
          <a:r>
            <a:rPr lang="en-US">
              <a:latin typeface="Times New Roman" panose="02020603050405020304" pitchFamily="18" charset="0"/>
              <a:cs typeface="Times New Roman" panose="02020603050405020304" pitchFamily="18" charset="0"/>
            </a:rPr>
            <a:t>Dimensionimi i shenjave hartografike</a:t>
          </a:r>
          <a:endParaRPr lang="en-US"/>
        </a:p>
      </dgm:t>
    </dgm:pt>
    <dgm:pt modelId="{76F226FE-0DAC-4172-AE31-789DEB9EE7FC}" type="parTrans" cxnId="{C97ECDF3-296B-4175-AC2C-5946FFF0DD92}">
      <dgm:prSet/>
      <dgm:spPr/>
      <dgm:t>
        <a:bodyPr/>
        <a:lstStyle/>
        <a:p>
          <a:endParaRPr lang="en-US"/>
        </a:p>
      </dgm:t>
    </dgm:pt>
    <dgm:pt modelId="{C9EF77BE-9C53-4BB0-B619-1DADE9C0C926}" type="sibTrans" cxnId="{C97ECDF3-296B-4175-AC2C-5946FFF0DD92}">
      <dgm:prSet/>
      <dgm:spPr/>
      <dgm:t>
        <a:bodyPr/>
        <a:lstStyle/>
        <a:p>
          <a:endParaRPr lang="en-US"/>
        </a:p>
      </dgm:t>
    </dgm:pt>
    <dgm:pt modelId="{A14ADBBC-A96B-4B24-9842-C426C4073711}">
      <dgm:prSet phldrT="[Text]"/>
      <dgm:spPr>
        <a:solidFill>
          <a:schemeClr val="accent4">
            <a:lumMod val="60000"/>
            <a:lumOff val="40000"/>
          </a:schemeClr>
        </a:solidFill>
      </dgm:spPr>
      <dgm:t>
        <a:bodyPr/>
        <a:lstStyle/>
        <a:p>
          <a:endParaRPr lang="en-US"/>
        </a:p>
      </dgm:t>
    </dgm:pt>
    <dgm:pt modelId="{B9C107B7-0915-44D4-9A2B-6AC97560BEA0}" type="parTrans" cxnId="{2D88365A-0EC1-4C3D-8039-039D4B2BBB79}">
      <dgm:prSet/>
      <dgm:spPr/>
      <dgm:t>
        <a:bodyPr/>
        <a:lstStyle/>
        <a:p>
          <a:endParaRPr lang="en-US"/>
        </a:p>
      </dgm:t>
    </dgm:pt>
    <dgm:pt modelId="{A61DB16D-07E3-4068-945C-9AF0CD028564}" type="sibTrans" cxnId="{2D88365A-0EC1-4C3D-8039-039D4B2BBB79}">
      <dgm:prSet/>
      <dgm:spPr/>
      <dgm:t>
        <a:bodyPr/>
        <a:lstStyle/>
        <a:p>
          <a:endParaRPr lang="en-US"/>
        </a:p>
      </dgm:t>
    </dgm:pt>
    <dgm:pt modelId="{C5592319-1B97-4C26-8AEC-3A377858989B}">
      <dgm:prSet phldrT="[Text]" custT="1"/>
      <dgm:spPr/>
      <dgm:t>
        <a:bodyPr/>
        <a:lstStyle/>
        <a:p>
          <a:pPr>
            <a:buNone/>
          </a:pPr>
          <a:r>
            <a:rPr lang="en-US" sz="2300">
              <a:latin typeface="Times New Roman" panose="02020603050405020304" pitchFamily="18" charset="0"/>
              <a:cs typeface="Times New Roman" panose="02020603050405020304" pitchFamily="18" charset="0"/>
            </a:rPr>
            <a:t>Modelimi i numrave dhe shkronjave</a:t>
          </a:r>
          <a:endParaRPr lang="en-US" sz="2300"/>
        </a:p>
      </dgm:t>
    </dgm:pt>
    <dgm:pt modelId="{61893CD0-7B53-4E1D-9B8A-8A6B13CC68EA}" type="parTrans" cxnId="{EF12483C-1378-43B0-941D-AA82B40E6AFE}">
      <dgm:prSet/>
      <dgm:spPr/>
      <dgm:t>
        <a:bodyPr/>
        <a:lstStyle/>
        <a:p>
          <a:endParaRPr lang="en-US"/>
        </a:p>
      </dgm:t>
    </dgm:pt>
    <dgm:pt modelId="{0A644D23-D5AF-47C9-A10E-D9C79CA6F0F8}" type="sibTrans" cxnId="{EF12483C-1378-43B0-941D-AA82B40E6AFE}">
      <dgm:prSet/>
      <dgm:spPr/>
      <dgm:t>
        <a:bodyPr/>
        <a:lstStyle/>
        <a:p>
          <a:endParaRPr lang="en-US"/>
        </a:p>
      </dgm:t>
    </dgm:pt>
    <dgm:pt modelId="{B98A46B2-67E5-4299-88C8-C768D0AD3DC8}">
      <dgm:prSet phldrT="[Text]"/>
      <dgm:spPr>
        <a:solidFill>
          <a:schemeClr val="accent6">
            <a:lumMod val="60000"/>
            <a:lumOff val="40000"/>
          </a:schemeClr>
        </a:solidFill>
      </dgm:spPr>
      <dgm:t>
        <a:bodyPr/>
        <a:lstStyle/>
        <a:p>
          <a:br>
            <a:rPr lang="en-US"/>
          </a:br>
          <a:endParaRPr lang="en-US"/>
        </a:p>
      </dgm:t>
    </dgm:pt>
    <dgm:pt modelId="{9D265459-6B39-4D58-8A16-3504361C0DF2}" type="sibTrans" cxnId="{45554615-3BE2-4778-B866-C45B6031AD6F}">
      <dgm:prSet/>
      <dgm:spPr/>
      <dgm:t>
        <a:bodyPr/>
        <a:lstStyle/>
        <a:p>
          <a:endParaRPr lang="en-US"/>
        </a:p>
      </dgm:t>
    </dgm:pt>
    <dgm:pt modelId="{9C71E969-D115-4C31-8A07-A682422AEA1A}" type="parTrans" cxnId="{45554615-3BE2-4778-B866-C45B6031AD6F}">
      <dgm:prSet/>
      <dgm:spPr/>
      <dgm:t>
        <a:bodyPr/>
        <a:lstStyle/>
        <a:p>
          <a:endParaRPr lang="en-US"/>
        </a:p>
      </dgm:t>
    </dgm:pt>
    <dgm:pt modelId="{437F3534-7B51-49C3-A33D-A6BB13485D46}" type="pres">
      <dgm:prSet presAssocID="{9CF9AADD-5700-4E5D-952F-DD60D1472215}" presName="Name0" presStyleCnt="0">
        <dgm:presLayoutVars>
          <dgm:dir/>
          <dgm:animLvl val="lvl"/>
          <dgm:resizeHandles val="exact"/>
        </dgm:presLayoutVars>
      </dgm:prSet>
      <dgm:spPr/>
    </dgm:pt>
    <dgm:pt modelId="{7B755BD5-C495-4501-97F8-7F3EE4CA5B9A}" type="pres">
      <dgm:prSet presAssocID="{A20B2266-3138-45C6-9AD5-D7CE6D747912}" presName="compositeNode" presStyleCnt="0">
        <dgm:presLayoutVars>
          <dgm:bulletEnabled val="1"/>
        </dgm:presLayoutVars>
      </dgm:prSet>
      <dgm:spPr/>
    </dgm:pt>
    <dgm:pt modelId="{5C68D201-48CD-4C4D-826F-10AFF0F940F0}" type="pres">
      <dgm:prSet presAssocID="{A20B2266-3138-45C6-9AD5-D7CE6D747912}" presName="bgRect" presStyleLbl="node1" presStyleIdx="0" presStyleCnt="3"/>
      <dgm:spPr/>
    </dgm:pt>
    <dgm:pt modelId="{36BAAB6E-6041-4CA7-A88B-2FF6A43484FE}" type="pres">
      <dgm:prSet presAssocID="{A20B2266-3138-45C6-9AD5-D7CE6D747912}" presName="parentNode" presStyleLbl="node1" presStyleIdx="0" presStyleCnt="3">
        <dgm:presLayoutVars>
          <dgm:chMax val="0"/>
          <dgm:bulletEnabled val="1"/>
        </dgm:presLayoutVars>
      </dgm:prSet>
      <dgm:spPr/>
    </dgm:pt>
    <dgm:pt modelId="{93AF3F91-DFE2-4B6D-8187-9BB215A54CC0}" type="pres">
      <dgm:prSet presAssocID="{A20B2266-3138-45C6-9AD5-D7CE6D747912}" presName="childNode" presStyleLbl="node1" presStyleIdx="0" presStyleCnt="3">
        <dgm:presLayoutVars>
          <dgm:bulletEnabled val="1"/>
        </dgm:presLayoutVars>
      </dgm:prSet>
      <dgm:spPr/>
    </dgm:pt>
    <dgm:pt modelId="{357DD22F-7AF3-43D7-90B8-63758ADA9A00}" type="pres">
      <dgm:prSet presAssocID="{C5884204-369F-43F2-9334-540958AABBA4}" presName="hSp" presStyleCnt="0"/>
      <dgm:spPr/>
    </dgm:pt>
    <dgm:pt modelId="{D8A9DA3B-2955-4C29-B28D-50034F84CA9A}" type="pres">
      <dgm:prSet presAssocID="{C5884204-369F-43F2-9334-540958AABBA4}" presName="vProcSp" presStyleCnt="0"/>
      <dgm:spPr/>
    </dgm:pt>
    <dgm:pt modelId="{B6E5CCDE-369C-4B5A-862F-F4531EBE429D}" type="pres">
      <dgm:prSet presAssocID="{C5884204-369F-43F2-9334-540958AABBA4}" presName="vSp1" presStyleCnt="0"/>
      <dgm:spPr/>
    </dgm:pt>
    <dgm:pt modelId="{6D0C88F8-BD5E-448A-88EA-9478AFD2D63B}" type="pres">
      <dgm:prSet presAssocID="{C5884204-369F-43F2-9334-540958AABBA4}" presName="simulatedConn" presStyleLbl="solidFgAcc1" presStyleIdx="0" presStyleCnt="2"/>
      <dgm:spPr>
        <a:solidFill>
          <a:schemeClr val="accent4">
            <a:lumMod val="60000"/>
            <a:lumOff val="40000"/>
          </a:schemeClr>
        </a:solidFill>
      </dgm:spPr>
    </dgm:pt>
    <dgm:pt modelId="{F80AED18-9EDF-4977-82F0-EF265DB21E7B}" type="pres">
      <dgm:prSet presAssocID="{C5884204-369F-43F2-9334-540958AABBA4}" presName="vSp2" presStyleCnt="0"/>
      <dgm:spPr/>
    </dgm:pt>
    <dgm:pt modelId="{3DDF320D-6730-4E81-97C7-A34F1C78DB96}" type="pres">
      <dgm:prSet presAssocID="{C5884204-369F-43F2-9334-540958AABBA4}" presName="sibTrans" presStyleCnt="0"/>
      <dgm:spPr/>
    </dgm:pt>
    <dgm:pt modelId="{A1F56F75-0F70-4B52-88B7-98412FCB63A6}" type="pres">
      <dgm:prSet presAssocID="{B98A46B2-67E5-4299-88C8-C768D0AD3DC8}" presName="compositeNode" presStyleCnt="0">
        <dgm:presLayoutVars>
          <dgm:bulletEnabled val="1"/>
        </dgm:presLayoutVars>
      </dgm:prSet>
      <dgm:spPr/>
    </dgm:pt>
    <dgm:pt modelId="{0EF8DBD3-8531-4D0D-9820-8CAA669B4A0B}" type="pres">
      <dgm:prSet presAssocID="{B98A46B2-67E5-4299-88C8-C768D0AD3DC8}" presName="bgRect" presStyleLbl="node1" presStyleIdx="1" presStyleCnt="3"/>
      <dgm:spPr/>
    </dgm:pt>
    <dgm:pt modelId="{66F48EEB-E1B1-4ECB-BD59-0967C18A156E}" type="pres">
      <dgm:prSet presAssocID="{B98A46B2-67E5-4299-88C8-C768D0AD3DC8}" presName="parentNode" presStyleLbl="node1" presStyleIdx="1" presStyleCnt="3">
        <dgm:presLayoutVars>
          <dgm:chMax val="0"/>
          <dgm:bulletEnabled val="1"/>
        </dgm:presLayoutVars>
      </dgm:prSet>
      <dgm:spPr/>
    </dgm:pt>
    <dgm:pt modelId="{3960FAE9-2DC1-4616-8103-42BAFE1C0128}" type="pres">
      <dgm:prSet presAssocID="{B98A46B2-67E5-4299-88C8-C768D0AD3DC8}" presName="childNode" presStyleLbl="node1" presStyleIdx="1" presStyleCnt="3">
        <dgm:presLayoutVars>
          <dgm:bulletEnabled val="1"/>
        </dgm:presLayoutVars>
      </dgm:prSet>
      <dgm:spPr/>
    </dgm:pt>
    <dgm:pt modelId="{32668C02-989E-4A4E-BAFF-2E8CD6C57284}" type="pres">
      <dgm:prSet presAssocID="{9D265459-6B39-4D58-8A16-3504361C0DF2}" presName="hSp" presStyleCnt="0"/>
      <dgm:spPr/>
    </dgm:pt>
    <dgm:pt modelId="{909F843B-DD0B-4513-866C-009ED2F4E181}" type="pres">
      <dgm:prSet presAssocID="{9D265459-6B39-4D58-8A16-3504361C0DF2}" presName="vProcSp" presStyleCnt="0"/>
      <dgm:spPr/>
    </dgm:pt>
    <dgm:pt modelId="{DF786F7E-B8E6-46B1-B029-DE4E114768C4}" type="pres">
      <dgm:prSet presAssocID="{9D265459-6B39-4D58-8A16-3504361C0DF2}" presName="vSp1" presStyleCnt="0"/>
      <dgm:spPr/>
    </dgm:pt>
    <dgm:pt modelId="{7581A29C-18CA-401C-9656-3A14C1E0D7C8}" type="pres">
      <dgm:prSet presAssocID="{9D265459-6B39-4D58-8A16-3504361C0DF2}" presName="simulatedConn" presStyleLbl="solidFgAcc1" presStyleIdx="1" presStyleCnt="2"/>
      <dgm:spPr>
        <a:solidFill>
          <a:schemeClr val="bg1">
            <a:lumMod val="65000"/>
          </a:schemeClr>
        </a:solidFill>
      </dgm:spPr>
    </dgm:pt>
    <dgm:pt modelId="{2795E615-51CF-4FB3-87CB-70324DF60F29}" type="pres">
      <dgm:prSet presAssocID="{9D265459-6B39-4D58-8A16-3504361C0DF2}" presName="vSp2" presStyleCnt="0"/>
      <dgm:spPr/>
    </dgm:pt>
    <dgm:pt modelId="{AB7BF4A0-68FD-4BAC-BF16-4A94756CC553}" type="pres">
      <dgm:prSet presAssocID="{9D265459-6B39-4D58-8A16-3504361C0DF2}" presName="sibTrans" presStyleCnt="0"/>
      <dgm:spPr/>
    </dgm:pt>
    <dgm:pt modelId="{BA3DDF16-1645-4DD1-BC0A-C8EEF9F77200}" type="pres">
      <dgm:prSet presAssocID="{A14ADBBC-A96B-4B24-9842-C426C4073711}" presName="compositeNode" presStyleCnt="0">
        <dgm:presLayoutVars>
          <dgm:bulletEnabled val="1"/>
        </dgm:presLayoutVars>
      </dgm:prSet>
      <dgm:spPr/>
    </dgm:pt>
    <dgm:pt modelId="{E404FC5C-6814-4FB3-A196-C377C3597214}" type="pres">
      <dgm:prSet presAssocID="{A14ADBBC-A96B-4B24-9842-C426C4073711}" presName="bgRect" presStyleLbl="node1" presStyleIdx="2" presStyleCnt="3"/>
      <dgm:spPr/>
    </dgm:pt>
    <dgm:pt modelId="{A6FA9BDC-F124-49D4-A03D-B1EEF376B557}" type="pres">
      <dgm:prSet presAssocID="{A14ADBBC-A96B-4B24-9842-C426C4073711}" presName="parentNode" presStyleLbl="node1" presStyleIdx="2" presStyleCnt="3">
        <dgm:presLayoutVars>
          <dgm:chMax val="0"/>
          <dgm:bulletEnabled val="1"/>
        </dgm:presLayoutVars>
      </dgm:prSet>
      <dgm:spPr/>
    </dgm:pt>
    <dgm:pt modelId="{7578997D-7959-4A6C-BF1C-4D073EB037AC}" type="pres">
      <dgm:prSet presAssocID="{A14ADBBC-A96B-4B24-9842-C426C4073711}" presName="childNode" presStyleLbl="node1" presStyleIdx="2" presStyleCnt="3">
        <dgm:presLayoutVars>
          <dgm:bulletEnabled val="1"/>
        </dgm:presLayoutVars>
      </dgm:prSet>
      <dgm:spPr/>
    </dgm:pt>
  </dgm:ptLst>
  <dgm:cxnLst>
    <dgm:cxn modelId="{7DEE6806-EC8D-40D4-86C9-D62E1FE2A196}" type="presOf" srcId="{EBF164FD-E6F3-4E9A-BADB-81EDC17E61BD}" destId="{3960FAE9-2DC1-4616-8103-42BAFE1C0128}" srcOrd="0" destOrd="0" presId="urn:microsoft.com/office/officeart/2005/8/layout/hProcess7"/>
    <dgm:cxn modelId="{45554615-3BE2-4778-B866-C45B6031AD6F}" srcId="{9CF9AADD-5700-4E5D-952F-DD60D1472215}" destId="{B98A46B2-67E5-4299-88C8-C768D0AD3DC8}" srcOrd="1" destOrd="0" parTransId="{9C71E969-D115-4C31-8A07-A682422AEA1A}" sibTransId="{9D265459-6B39-4D58-8A16-3504361C0DF2}"/>
    <dgm:cxn modelId="{0594702B-514A-4635-B54B-A002AC611125}" type="presOf" srcId="{C5592319-1B97-4C26-8AEC-3A377858989B}" destId="{7578997D-7959-4A6C-BF1C-4D073EB037AC}" srcOrd="0" destOrd="0" presId="urn:microsoft.com/office/officeart/2005/8/layout/hProcess7"/>
    <dgm:cxn modelId="{EF12483C-1378-43B0-941D-AA82B40E6AFE}" srcId="{A14ADBBC-A96B-4B24-9842-C426C4073711}" destId="{C5592319-1B97-4C26-8AEC-3A377858989B}" srcOrd="0" destOrd="0" parTransId="{61893CD0-7B53-4E1D-9B8A-8A6B13CC68EA}" sibTransId="{0A644D23-D5AF-47C9-A10E-D9C79CA6F0F8}"/>
    <dgm:cxn modelId="{319CB865-9ABC-477B-94DF-F015957D97FC}" type="presOf" srcId="{B98A46B2-67E5-4299-88C8-C768D0AD3DC8}" destId="{0EF8DBD3-8531-4D0D-9820-8CAA669B4A0B}" srcOrd="0" destOrd="0" presId="urn:microsoft.com/office/officeart/2005/8/layout/hProcess7"/>
    <dgm:cxn modelId="{2D88365A-0EC1-4C3D-8039-039D4B2BBB79}" srcId="{9CF9AADD-5700-4E5D-952F-DD60D1472215}" destId="{A14ADBBC-A96B-4B24-9842-C426C4073711}" srcOrd="2" destOrd="0" parTransId="{B9C107B7-0915-44D4-9A2B-6AC97560BEA0}" sibTransId="{A61DB16D-07E3-4068-945C-9AF0CD028564}"/>
    <dgm:cxn modelId="{D1A1B588-2F38-407E-87C4-E79789F7E15F}" srcId="{9CF9AADD-5700-4E5D-952F-DD60D1472215}" destId="{A20B2266-3138-45C6-9AD5-D7CE6D747912}" srcOrd="0" destOrd="0" parTransId="{5609DE42-2C0D-4406-A331-EB56DA35ABD8}" sibTransId="{C5884204-369F-43F2-9334-540958AABBA4}"/>
    <dgm:cxn modelId="{DD74BB88-AC27-4811-9BA3-A659E3D8C1F2}" type="presOf" srcId="{9CF9AADD-5700-4E5D-952F-DD60D1472215}" destId="{437F3534-7B51-49C3-A33D-A6BB13485D46}" srcOrd="0" destOrd="0" presId="urn:microsoft.com/office/officeart/2005/8/layout/hProcess7"/>
    <dgm:cxn modelId="{8EBFB08E-9BB3-4EC5-9560-2A166F95C4D3}" type="presOf" srcId="{A20B2266-3138-45C6-9AD5-D7CE6D747912}" destId="{36BAAB6E-6041-4CA7-A88B-2FF6A43484FE}" srcOrd="1" destOrd="0" presId="urn:microsoft.com/office/officeart/2005/8/layout/hProcess7"/>
    <dgm:cxn modelId="{1B9D5790-EE27-45DF-B1A9-20628ABAD8E5}" type="presOf" srcId="{A14ADBBC-A96B-4B24-9842-C426C4073711}" destId="{A6FA9BDC-F124-49D4-A03D-B1EEF376B557}" srcOrd="1" destOrd="0" presId="urn:microsoft.com/office/officeart/2005/8/layout/hProcess7"/>
    <dgm:cxn modelId="{49A18794-807D-4701-A695-EEFA477E45E0}" type="presOf" srcId="{A14ADBBC-A96B-4B24-9842-C426C4073711}" destId="{E404FC5C-6814-4FB3-A196-C377C3597214}" srcOrd="0" destOrd="0" presId="urn:microsoft.com/office/officeart/2005/8/layout/hProcess7"/>
    <dgm:cxn modelId="{D488BFAE-0F4A-4679-88E6-C4CEFA881F2F}" type="presOf" srcId="{B98A46B2-67E5-4299-88C8-C768D0AD3DC8}" destId="{66F48EEB-E1B1-4ECB-BD59-0967C18A156E}" srcOrd="1" destOrd="0" presId="urn:microsoft.com/office/officeart/2005/8/layout/hProcess7"/>
    <dgm:cxn modelId="{5C5F2AB1-0D76-4478-9729-551C2779DE20}" srcId="{A20B2266-3138-45C6-9AD5-D7CE6D747912}" destId="{C94021B2-3C43-4C38-9333-1FFB1FB2A26B}" srcOrd="0" destOrd="0" parTransId="{9C715EB6-6139-415E-9063-C69F904E3B76}" sibTransId="{8E72B2E9-EE4B-4CDB-869F-3743BBCF636B}"/>
    <dgm:cxn modelId="{1274C9CE-1E7B-43AD-B964-18E3425CC103}" type="presOf" srcId="{A20B2266-3138-45C6-9AD5-D7CE6D747912}" destId="{5C68D201-48CD-4C4D-826F-10AFF0F940F0}" srcOrd="0" destOrd="0" presId="urn:microsoft.com/office/officeart/2005/8/layout/hProcess7"/>
    <dgm:cxn modelId="{9178E4E3-DD75-4004-9CED-32AFF1A473E2}" type="presOf" srcId="{C94021B2-3C43-4C38-9333-1FFB1FB2A26B}" destId="{93AF3F91-DFE2-4B6D-8187-9BB215A54CC0}" srcOrd="0" destOrd="0" presId="urn:microsoft.com/office/officeart/2005/8/layout/hProcess7"/>
    <dgm:cxn modelId="{C97ECDF3-296B-4175-AC2C-5946FFF0DD92}" srcId="{B98A46B2-67E5-4299-88C8-C768D0AD3DC8}" destId="{EBF164FD-E6F3-4E9A-BADB-81EDC17E61BD}" srcOrd="0" destOrd="0" parTransId="{76F226FE-0DAC-4172-AE31-789DEB9EE7FC}" sibTransId="{C9EF77BE-9C53-4BB0-B619-1DADE9C0C926}"/>
    <dgm:cxn modelId="{C7B36785-180E-47D8-806B-6DF5E3CFCC05}" type="presParOf" srcId="{437F3534-7B51-49C3-A33D-A6BB13485D46}" destId="{7B755BD5-C495-4501-97F8-7F3EE4CA5B9A}" srcOrd="0" destOrd="0" presId="urn:microsoft.com/office/officeart/2005/8/layout/hProcess7"/>
    <dgm:cxn modelId="{7A52BFCE-4BAB-403A-868B-5A8E514FDC56}" type="presParOf" srcId="{7B755BD5-C495-4501-97F8-7F3EE4CA5B9A}" destId="{5C68D201-48CD-4C4D-826F-10AFF0F940F0}" srcOrd="0" destOrd="0" presId="urn:microsoft.com/office/officeart/2005/8/layout/hProcess7"/>
    <dgm:cxn modelId="{4817E681-70EB-4B17-9FA1-17EC5EC433FD}" type="presParOf" srcId="{7B755BD5-C495-4501-97F8-7F3EE4CA5B9A}" destId="{36BAAB6E-6041-4CA7-A88B-2FF6A43484FE}" srcOrd="1" destOrd="0" presId="urn:microsoft.com/office/officeart/2005/8/layout/hProcess7"/>
    <dgm:cxn modelId="{89E6335E-365E-4FC9-9D7F-46510D0CBCC7}" type="presParOf" srcId="{7B755BD5-C495-4501-97F8-7F3EE4CA5B9A}" destId="{93AF3F91-DFE2-4B6D-8187-9BB215A54CC0}" srcOrd="2" destOrd="0" presId="urn:microsoft.com/office/officeart/2005/8/layout/hProcess7"/>
    <dgm:cxn modelId="{08C239B6-21C7-4752-91DF-8B2727536AC6}" type="presParOf" srcId="{437F3534-7B51-49C3-A33D-A6BB13485D46}" destId="{357DD22F-7AF3-43D7-90B8-63758ADA9A00}" srcOrd="1" destOrd="0" presId="urn:microsoft.com/office/officeart/2005/8/layout/hProcess7"/>
    <dgm:cxn modelId="{A1352CF1-323A-45D1-AD7F-DB3EB6B13B86}" type="presParOf" srcId="{437F3534-7B51-49C3-A33D-A6BB13485D46}" destId="{D8A9DA3B-2955-4C29-B28D-50034F84CA9A}" srcOrd="2" destOrd="0" presId="urn:microsoft.com/office/officeart/2005/8/layout/hProcess7"/>
    <dgm:cxn modelId="{D7A75639-4DF1-4B82-BE96-0D3F673DC59C}" type="presParOf" srcId="{D8A9DA3B-2955-4C29-B28D-50034F84CA9A}" destId="{B6E5CCDE-369C-4B5A-862F-F4531EBE429D}" srcOrd="0" destOrd="0" presId="urn:microsoft.com/office/officeart/2005/8/layout/hProcess7"/>
    <dgm:cxn modelId="{8351CC6F-C12E-408F-95B0-03CA2BC7346D}" type="presParOf" srcId="{D8A9DA3B-2955-4C29-B28D-50034F84CA9A}" destId="{6D0C88F8-BD5E-448A-88EA-9478AFD2D63B}" srcOrd="1" destOrd="0" presId="urn:microsoft.com/office/officeart/2005/8/layout/hProcess7"/>
    <dgm:cxn modelId="{5A8F33BA-CE0A-43AA-96EA-C16DE53CC870}" type="presParOf" srcId="{D8A9DA3B-2955-4C29-B28D-50034F84CA9A}" destId="{F80AED18-9EDF-4977-82F0-EF265DB21E7B}" srcOrd="2" destOrd="0" presId="urn:microsoft.com/office/officeart/2005/8/layout/hProcess7"/>
    <dgm:cxn modelId="{09199BB8-7CAA-4618-A1CD-48BF6C3A4026}" type="presParOf" srcId="{437F3534-7B51-49C3-A33D-A6BB13485D46}" destId="{3DDF320D-6730-4E81-97C7-A34F1C78DB96}" srcOrd="3" destOrd="0" presId="urn:microsoft.com/office/officeart/2005/8/layout/hProcess7"/>
    <dgm:cxn modelId="{7CD999D4-BBF0-4C3F-BCDB-8CE733C6A44D}" type="presParOf" srcId="{437F3534-7B51-49C3-A33D-A6BB13485D46}" destId="{A1F56F75-0F70-4B52-88B7-98412FCB63A6}" srcOrd="4" destOrd="0" presId="urn:microsoft.com/office/officeart/2005/8/layout/hProcess7"/>
    <dgm:cxn modelId="{6EFE3E5E-35CB-4E5E-AEB6-ABB529B1D31F}" type="presParOf" srcId="{A1F56F75-0F70-4B52-88B7-98412FCB63A6}" destId="{0EF8DBD3-8531-4D0D-9820-8CAA669B4A0B}" srcOrd="0" destOrd="0" presId="urn:microsoft.com/office/officeart/2005/8/layout/hProcess7"/>
    <dgm:cxn modelId="{2EAC0CAB-1CF0-49DA-82DC-5AEDEAA7466D}" type="presParOf" srcId="{A1F56F75-0F70-4B52-88B7-98412FCB63A6}" destId="{66F48EEB-E1B1-4ECB-BD59-0967C18A156E}" srcOrd="1" destOrd="0" presId="urn:microsoft.com/office/officeart/2005/8/layout/hProcess7"/>
    <dgm:cxn modelId="{6FF6FD30-52D3-4A31-956E-9D32A84A3F8C}" type="presParOf" srcId="{A1F56F75-0F70-4B52-88B7-98412FCB63A6}" destId="{3960FAE9-2DC1-4616-8103-42BAFE1C0128}" srcOrd="2" destOrd="0" presId="urn:microsoft.com/office/officeart/2005/8/layout/hProcess7"/>
    <dgm:cxn modelId="{57562A21-D9A3-4423-A7E3-1F9359891AD0}" type="presParOf" srcId="{437F3534-7B51-49C3-A33D-A6BB13485D46}" destId="{32668C02-989E-4A4E-BAFF-2E8CD6C57284}" srcOrd="5" destOrd="0" presId="urn:microsoft.com/office/officeart/2005/8/layout/hProcess7"/>
    <dgm:cxn modelId="{8D51EC38-0CA7-4465-B0D2-5ADB33649461}" type="presParOf" srcId="{437F3534-7B51-49C3-A33D-A6BB13485D46}" destId="{909F843B-DD0B-4513-866C-009ED2F4E181}" srcOrd="6" destOrd="0" presId="urn:microsoft.com/office/officeart/2005/8/layout/hProcess7"/>
    <dgm:cxn modelId="{E2BB973F-2344-4630-A439-68283C5C9FD9}" type="presParOf" srcId="{909F843B-DD0B-4513-866C-009ED2F4E181}" destId="{DF786F7E-B8E6-46B1-B029-DE4E114768C4}" srcOrd="0" destOrd="0" presId="urn:microsoft.com/office/officeart/2005/8/layout/hProcess7"/>
    <dgm:cxn modelId="{B5258B78-CF62-494B-9618-260254A95B00}" type="presParOf" srcId="{909F843B-DD0B-4513-866C-009ED2F4E181}" destId="{7581A29C-18CA-401C-9656-3A14C1E0D7C8}" srcOrd="1" destOrd="0" presId="urn:microsoft.com/office/officeart/2005/8/layout/hProcess7"/>
    <dgm:cxn modelId="{183C5E6F-DB45-49B0-8062-1F1EBE2ADD2B}" type="presParOf" srcId="{909F843B-DD0B-4513-866C-009ED2F4E181}" destId="{2795E615-51CF-4FB3-87CB-70324DF60F29}" srcOrd="2" destOrd="0" presId="urn:microsoft.com/office/officeart/2005/8/layout/hProcess7"/>
    <dgm:cxn modelId="{E4422DF7-1958-470B-89BE-741EC37EFABE}" type="presParOf" srcId="{437F3534-7B51-49C3-A33D-A6BB13485D46}" destId="{AB7BF4A0-68FD-4BAC-BF16-4A94756CC553}" srcOrd="7" destOrd="0" presId="urn:microsoft.com/office/officeart/2005/8/layout/hProcess7"/>
    <dgm:cxn modelId="{7B824F63-C4C6-44F0-ADD5-66C023CBAA9A}" type="presParOf" srcId="{437F3534-7B51-49C3-A33D-A6BB13485D46}" destId="{BA3DDF16-1645-4DD1-BC0A-C8EEF9F77200}" srcOrd="8" destOrd="0" presId="urn:microsoft.com/office/officeart/2005/8/layout/hProcess7"/>
    <dgm:cxn modelId="{A38BCBE1-4BBE-4985-8266-234A169D39CA}" type="presParOf" srcId="{BA3DDF16-1645-4DD1-BC0A-C8EEF9F77200}" destId="{E404FC5C-6814-4FB3-A196-C377C3597214}" srcOrd="0" destOrd="0" presId="urn:microsoft.com/office/officeart/2005/8/layout/hProcess7"/>
    <dgm:cxn modelId="{2D3B5443-039F-4D07-B3FD-34A649FDD6AB}" type="presParOf" srcId="{BA3DDF16-1645-4DD1-BC0A-C8EEF9F77200}" destId="{A6FA9BDC-F124-49D4-A03D-B1EEF376B557}" srcOrd="1" destOrd="0" presId="urn:microsoft.com/office/officeart/2005/8/layout/hProcess7"/>
    <dgm:cxn modelId="{F0D36483-1171-4597-BDE1-0D97D55DBB07}" type="presParOf" srcId="{BA3DDF16-1645-4DD1-BC0A-C8EEF9F77200}" destId="{7578997D-7959-4A6C-BF1C-4D073EB037AC}" srcOrd="2" destOrd="0" presId="urn:microsoft.com/office/officeart/2005/8/layout/hProcess7"/>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1CDB38C2-6D5F-463D-84F0-CED8F64EF0A3}" type="doc">
      <dgm:prSet loTypeId="urn:microsoft.com/office/officeart/2005/8/layout/radial4" loCatId="relationship" qsTypeId="urn:microsoft.com/office/officeart/2005/8/quickstyle/simple5" qsCatId="simple" csTypeId="urn:microsoft.com/office/officeart/2005/8/colors/colorful4" csCatId="colorful" phldr="1"/>
      <dgm:spPr/>
      <dgm:t>
        <a:bodyPr/>
        <a:lstStyle/>
        <a:p>
          <a:endParaRPr lang="en-US"/>
        </a:p>
      </dgm:t>
    </dgm:pt>
    <dgm:pt modelId="{F7CCB1BC-16BF-4653-A2A0-EC5384451450}">
      <dgm:prSet phldrT="[Text]" custT="1"/>
      <dgm:spPr/>
      <dgm:t>
        <a:bodyPr/>
        <a:lstStyle/>
        <a:p>
          <a:r>
            <a:rPr lang="en-US" sz="2100" b="1">
              <a:latin typeface="Times New Roman" panose="02020603050405020304" pitchFamily="18" charset="0"/>
              <a:cs typeface="Times New Roman" panose="02020603050405020304" pitchFamily="18" charset="0"/>
            </a:rPr>
            <a:t>Simbologjia</a:t>
          </a:r>
        </a:p>
      </dgm:t>
    </dgm:pt>
    <dgm:pt modelId="{95942BAF-3463-4784-B247-D915F41BA4FE}" type="parTrans" cxnId="{365386B9-1113-4546-98F9-F4C70E433F85}">
      <dgm:prSet/>
      <dgm:spPr/>
      <dgm:t>
        <a:bodyPr/>
        <a:lstStyle/>
        <a:p>
          <a:endParaRPr lang="en-US"/>
        </a:p>
      </dgm:t>
    </dgm:pt>
    <dgm:pt modelId="{BFC27FCA-4765-46FF-AEBC-7FDD0E9340BA}" type="sibTrans" cxnId="{365386B9-1113-4546-98F9-F4C70E433F85}">
      <dgm:prSet/>
      <dgm:spPr/>
      <dgm:t>
        <a:bodyPr/>
        <a:lstStyle/>
        <a:p>
          <a:endParaRPr lang="en-US"/>
        </a:p>
      </dgm:t>
    </dgm:pt>
    <dgm:pt modelId="{5424C982-B608-41DA-8A81-86FDF4A517DA}">
      <dgm:prSet phldrT="[Text]"/>
      <dgm:spPr/>
      <dgm:t>
        <a:bodyPr/>
        <a:lstStyle/>
        <a:p>
          <a:r>
            <a:rPr lang="sq-AL">
              <a:latin typeface="Times New Roman" panose="02020603050405020304" pitchFamily="18" charset="0"/>
              <a:cs typeface="Times New Roman" panose="02020603050405020304" pitchFamily="18" charset="0"/>
            </a:rPr>
            <a:t>Simbolet poligonale (objek</a:t>
          </a:r>
          <a:r>
            <a:rPr lang="en-US">
              <a:latin typeface="Times New Roman" panose="02020603050405020304" pitchFamily="18" charset="0"/>
              <a:cs typeface="Times New Roman" panose="02020603050405020304" pitchFamily="18" charset="0"/>
            </a:rPr>
            <a:t>t</a:t>
          </a:r>
          <a:r>
            <a:rPr lang="sq-AL">
              <a:latin typeface="Times New Roman" panose="02020603050405020304" pitchFamily="18" charset="0"/>
              <a:cs typeface="Times New Roman" panose="02020603050405020304" pitchFamily="18" charset="0"/>
            </a:rPr>
            <a:t>e</a:t>
          </a:r>
          <a:r>
            <a:rPr lang="en-US">
              <a:latin typeface="Times New Roman" panose="02020603050405020304" pitchFamily="18" charset="0"/>
              <a:cs typeface="Times New Roman" panose="02020603050405020304" pitchFamily="18" charset="0"/>
            </a:rPr>
            <a:t>t</a:t>
          </a:r>
          <a:r>
            <a:rPr lang="sq-AL">
              <a:latin typeface="Times New Roman" panose="02020603050405020304" pitchFamily="18" charset="0"/>
              <a:cs typeface="Times New Roman" panose="02020603050405020304" pitchFamily="18" charset="0"/>
            </a:rPr>
            <a:t>)</a:t>
          </a:r>
          <a:endParaRPr lang="en-US"/>
        </a:p>
      </dgm:t>
    </dgm:pt>
    <dgm:pt modelId="{86BF4588-BAA1-4C86-B59C-03C56DAB0323}" type="parTrans" cxnId="{0A0875F2-13E1-455F-8006-DA72DA4BC4BB}">
      <dgm:prSet/>
      <dgm:spPr/>
      <dgm:t>
        <a:bodyPr/>
        <a:lstStyle/>
        <a:p>
          <a:endParaRPr lang="en-US"/>
        </a:p>
      </dgm:t>
    </dgm:pt>
    <dgm:pt modelId="{8FA0744F-6A9F-4080-8AC0-3D813DBCDC5A}" type="sibTrans" cxnId="{0A0875F2-13E1-455F-8006-DA72DA4BC4BB}">
      <dgm:prSet/>
      <dgm:spPr/>
      <dgm:t>
        <a:bodyPr/>
        <a:lstStyle/>
        <a:p>
          <a:endParaRPr lang="en-US"/>
        </a:p>
      </dgm:t>
    </dgm:pt>
    <dgm:pt modelId="{D013BAC0-9FED-44A9-B7C4-BADFB8F2F57F}">
      <dgm:prSet phldrT="[Text]"/>
      <dgm:spPr/>
      <dgm:t>
        <a:bodyPr/>
        <a:lstStyle/>
        <a:p>
          <a:r>
            <a:rPr lang="en-US">
              <a:latin typeface="Times New Roman" panose="02020603050405020304" pitchFamily="18" charset="0"/>
              <a:cs typeface="Times New Roman" panose="02020603050405020304" pitchFamily="18" charset="0"/>
            </a:rPr>
            <a:t>Simbolet lineare të rrjetit të gypave</a:t>
          </a:r>
          <a:endParaRPr lang="en-US"/>
        </a:p>
      </dgm:t>
    </dgm:pt>
    <dgm:pt modelId="{CA4AA942-45F0-4456-9BF0-94D913CCAE02}" type="parTrans" cxnId="{24439E7B-79BF-41EE-BE1E-2EE8FA39C0F2}">
      <dgm:prSet/>
      <dgm:spPr/>
      <dgm:t>
        <a:bodyPr/>
        <a:lstStyle/>
        <a:p>
          <a:endParaRPr lang="en-US"/>
        </a:p>
      </dgm:t>
    </dgm:pt>
    <dgm:pt modelId="{EA2540F2-26C5-4FAC-97D1-BFF864A935D8}" type="sibTrans" cxnId="{24439E7B-79BF-41EE-BE1E-2EE8FA39C0F2}">
      <dgm:prSet/>
      <dgm:spPr/>
      <dgm:t>
        <a:bodyPr/>
        <a:lstStyle/>
        <a:p>
          <a:endParaRPr lang="en-US"/>
        </a:p>
      </dgm:t>
    </dgm:pt>
    <dgm:pt modelId="{F6364B46-CCB0-473A-82FA-6A38F49C5012}">
      <dgm:prSet phldrT="[Text]"/>
      <dgm:spPr/>
      <dgm:t>
        <a:bodyPr/>
        <a:lstStyle/>
        <a:p>
          <a:r>
            <a:rPr lang="sq-AL">
              <a:latin typeface="Times New Roman" panose="02020603050405020304" pitchFamily="18" charset="0"/>
              <a:cs typeface="Times New Roman" panose="02020603050405020304" pitchFamily="18" charset="0"/>
            </a:rPr>
            <a:t>Simbolet e ujëmatësve</a:t>
          </a:r>
          <a:endParaRPr lang="en-US"/>
        </a:p>
      </dgm:t>
    </dgm:pt>
    <dgm:pt modelId="{E0037303-71E9-4CC9-8F31-FF27BFF3CCEC}" type="parTrans" cxnId="{A329F42A-02B4-4C78-B3B7-8DA8067BB5FD}">
      <dgm:prSet/>
      <dgm:spPr/>
      <dgm:t>
        <a:bodyPr/>
        <a:lstStyle/>
        <a:p>
          <a:endParaRPr lang="en-US"/>
        </a:p>
      </dgm:t>
    </dgm:pt>
    <dgm:pt modelId="{28FCE699-AAB9-47ED-B9B7-4DF88F65CF53}" type="sibTrans" cxnId="{A329F42A-02B4-4C78-B3B7-8DA8067BB5FD}">
      <dgm:prSet/>
      <dgm:spPr/>
      <dgm:t>
        <a:bodyPr/>
        <a:lstStyle/>
        <a:p>
          <a:endParaRPr lang="en-US"/>
        </a:p>
      </dgm:t>
    </dgm:pt>
    <dgm:pt modelId="{643659A5-11CF-4EEA-B530-ACD509DC16DD}" type="pres">
      <dgm:prSet presAssocID="{1CDB38C2-6D5F-463D-84F0-CED8F64EF0A3}" presName="cycle" presStyleCnt="0">
        <dgm:presLayoutVars>
          <dgm:chMax val="1"/>
          <dgm:dir/>
          <dgm:animLvl val="ctr"/>
          <dgm:resizeHandles val="exact"/>
        </dgm:presLayoutVars>
      </dgm:prSet>
      <dgm:spPr/>
    </dgm:pt>
    <dgm:pt modelId="{6DB269D7-2C40-4956-891C-DDDB21FF1AC7}" type="pres">
      <dgm:prSet presAssocID="{F7CCB1BC-16BF-4653-A2A0-EC5384451450}" presName="centerShape" presStyleLbl="node0" presStyleIdx="0" presStyleCnt="1" custScaleX="138889" custScaleY="123396" custLinFactNeighborX="0" custLinFactNeighborY="31586"/>
      <dgm:spPr/>
    </dgm:pt>
    <dgm:pt modelId="{4208B3FD-6AD7-4CC5-AF9F-687D4D4270C1}" type="pres">
      <dgm:prSet presAssocID="{86BF4588-BAA1-4C86-B59C-03C56DAB0323}" presName="parTrans" presStyleLbl="bgSibTrans2D1" presStyleIdx="0" presStyleCnt="3"/>
      <dgm:spPr/>
    </dgm:pt>
    <dgm:pt modelId="{B96DA680-5257-4928-8E46-24BCE080D506}" type="pres">
      <dgm:prSet presAssocID="{5424C982-B608-41DA-8A81-86FDF4A517DA}" presName="node" presStyleLbl="node1" presStyleIdx="0" presStyleCnt="3">
        <dgm:presLayoutVars>
          <dgm:bulletEnabled val="1"/>
        </dgm:presLayoutVars>
      </dgm:prSet>
      <dgm:spPr/>
    </dgm:pt>
    <dgm:pt modelId="{D976B151-E09C-4AF9-A77B-B521FCAA8FAA}" type="pres">
      <dgm:prSet presAssocID="{CA4AA942-45F0-4456-9BF0-94D913CCAE02}" presName="parTrans" presStyleLbl="bgSibTrans2D1" presStyleIdx="1" presStyleCnt="3"/>
      <dgm:spPr/>
    </dgm:pt>
    <dgm:pt modelId="{7EAC70FB-C092-4123-8DFE-0A775FCE6E8F}" type="pres">
      <dgm:prSet presAssocID="{D013BAC0-9FED-44A9-B7C4-BADFB8F2F57F}" presName="node" presStyleLbl="node1" presStyleIdx="1" presStyleCnt="3">
        <dgm:presLayoutVars>
          <dgm:bulletEnabled val="1"/>
        </dgm:presLayoutVars>
      </dgm:prSet>
      <dgm:spPr/>
    </dgm:pt>
    <dgm:pt modelId="{58E50BFF-5149-421E-A875-802F2A115B7B}" type="pres">
      <dgm:prSet presAssocID="{E0037303-71E9-4CC9-8F31-FF27BFF3CCEC}" presName="parTrans" presStyleLbl="bgSibTrans2D1" presStyleIdx="2" presStyleCnt="3"/>
      <dgm:spPr/>
    </dgm:pt>
    <dgm:pt modelId="{62993699-95CB-43AE-B2CA-5305A265DBDE}" type="pres">
      <dgm:prSet presAssocID="{F6364B46-CCB0-473A-82FA-6A38F49C5012}" presName="node" presStyleLbl="node1" presStyleIdx="2" presStyleCnt="3">
        <dgm:presLayoutVars>
          <dgm:bulletEnabled val="1"/>
        </dgm:presLayoutVars>
      </dgm:prSet>
      <dgm:spPr/>
    </dgm:pt>
  </dgm:ptLst>
  <dgm:cxnLst>
    <dgm:cxn modelId="{A329F42A-02B4-4C78-B3B7-8DA8067BB5FD}" srcId="{F7CCB1BC-16BF-4653-A2A0-EC5384451450}" destId="{F6364B46-CCB0-473A-82FA-6A38F49C5012}" srcOrd="2" destOrd="0" parTransId="{E0037303-71E9-4CC9-8F31-FF27BFF3CCEC}" sibTransId="{28FCE699-AAB9-47ED-B9B7-4DF88F65CF53}"/>
    <dgm:cxn modelId="{93729B39-43A0-45AE-B511-D4C7BE6E4A84}" type="presOf" srcId="{86BF4588-BAA1-4C86-B59C-03C56DAB0323}" destId="{4208B3FD-6AD7-4CC5-AF9F-687D4D4270C1}" srcOrd="0" destOrd="0" presId="urn:microsoft.com/office/officeart/2005/8/layout/radial4"/>
    <dgm:cxn modelId="{A5020861-CD2A-4F4C-A8AC-D1296ADA0ED5}" type="presOf" srcId="{1CDB38C2-6D5F-463D-84F0-CED8F64EF0A3}" destId="{643659A5-11CF-4EEA-B530-ACD509DC16DD}" srcOrd="0" destOrd="0" presId="urn:microsoft.com/office/officeart/2005/8/layout/radial4"/>
    <dgm:cxn modelId="{AF307E70-B182-4434-8C52-06A12DE7D6AC}" type="presOf" srcId="{5424C982-B608-41DA-8A81-86FDF4A517DA}" destId="{B96DA680-5257-4928-8E46-24BCE080D506}" srcOrd="0" destOrd="0" presId="urn:microsoft.com/office/officeart/2005/8/layout/radial4"/>
    <dgm:cxn modelId="{24439E7B-79BF-41EE-BE1E-2EE8FA39C0F2}" srcId="{F7CCB1BC-16BF-4653-A2A0-EC5384451450}" destId="{D013BAC0-9FED-44A9-B7C4-BADFB8F2F57F}" srcOrd="1" destOrd="0" parTransId="{CA4AA942-45F0-4456-9BF0-94D913CCAE02}" sibTransId="{EA2540F2-26C5-4FAC-97D1-BFF864A935D8}"/>
    <dgm:cxn modelId="{49F5858D-E6C5-49DA-903C-077D59A16BE8}" type="presOf" srcId="{F7CCB1BC-16BF-4653-A2A0-EC5384451450}" destId="{6DB269D7-2C40-4956-891C-DDDB21FF1AC7}" srcOrd="0" destOrd="0" presId="urn:microsoft.com/office/officeart/2005/8/layout/radial4"/>
    <dgm:cxn modelId="{B2E8578F-999F-458F-B4CF-C29A773821D3}" type="presOf" srcId="{CA4AA942-45F0-4456-9BF0-94D913CCAE02}" destId="{D976B151-E09C-4AF9-A77B-B521FCAA8FAA}" srcOrd="0" destOrd="0" presId="urn:microsoft.com/office/officeart/2005/8/layout/radial4"/>
    <dgm:cxn modelId="{D221AF9F-EFEF-466D-8C5E-4DDCBB1580A5}" type="presOf" srcId="{E0037303-71E9-4CC9-8F31-FF27BFF3CCEC}" destId="{58E50BFF-5149-421E-A875-802F2A115B7B}" srcOrd="0" destOrd="0" presId="urn:microsoft.com/office/officeart/2005/8/layout/radial4"/>
    <dgm:cxn modelId="{96DD91A7-5D59-4652-AEC8-E784B4EA38A2}" type="presOf" srcId="{D013BAC0-9FED-44A9-B7C4-BADFB8F2F57F}" destId="{7EAC70FB-C092-4123-8DFE-0A775FCE6E8F}" srcOrd="0" destOrd="0" presId="urn:microsoft.com/office/officeart/2005/8/layout/radial4"/>
    <dgm:cxn modelId="{365386B9-1113-4546-98F9-F4C70E433F85}" srcId="{1CDB38C2-6D5F-463D-84F0-CED8F64EF0A3}" destId="{F7CCB1BC-16BF-4653-A2A0-EC5384451450}" srcOrd="0" destOrd="0" parTransId="{95942BAF-3463-4784-B247-D915F41BA4FE}" sibTransId="{BFC27FCA-4765-46FF-AEBC-7FDD0E9340BA}"/>
    <dgm:cxn modelId="{251613C5-0D61-4785-BFB8-550A5CCF886C}" type="presOf" srcId="{F6364B46-CCB0-473A-82FA-6A38F49C5012}" destId="{62993699-95CB-43AE-B2CA-5305A265DBDE}" srcOrd="0" destOrd="0" presId="urn:microsoft.com/office/officeart/2005/8/layout/radial4"/>
    <dgm:cxn modelId="{0A0875F2-13E1-455F-8006-DA72DA4BC4BB}" srcId="{F7CCB1BC-16BF-4653-A2A0-EC5384451450}" destId="{5424C982-B608-41DA-8A81-86FDF4A517DA}" srcOrd="0" destOrd="0" parTransId="{86BF4588-BAA1-4C86-B59C-03C56DAB0323}" sibTransId="{8FA0744F-6A9F-4080-8AC0-3D813DBCDC5A}"/>
    <dgm:cxn modelId="{30E512F2-0010-48DC-8F8D-355706A09625}" type="presParOf" srcId="{643659A5-11CF-4EEA-B530-ACD509DC16DD}" destId="{6DB269D7-2C40-4956-891C-DDDB21FF1AC7}" srcOrd="0" destOrd="0" presId="urn:microsoft.com/office/officeart/2005/8/layout/radial4"/>
    <dgm:cxn modelId="{A04EBDCD-62DC-4B44-97D4-A13D7D2BA35B}" type="presParOf" srcId="{643659A5-11CF-4EEA-B530-ACD509DC16DD}" destId="{4208B3FD-6AD7-4CC5-AF9F-687D4D4270C1}" srcOrd="1" destOrd="0" presId="urn:microsoft.com/office/officeart/2005/8/layout/radial4"/>
    <dgm:cxn modelId="{884C1CB6-5A26-49FA-91DD-045E37273CE3}" type="presParOf" srcId="{643659A5-11CF-4EEA-B530-ACD509DC16DD}" destId="{B96DA680-5257-4928-8E46-24BCE080D506}" srcOrd="2" destOrd="0" presId="urn:microsoft.com/office/officeart/2005/8/layout/radial4"/>
    <dgm:cxn modelId="{3844363F-56F1-4FA5-9D2C-F508D0C3900A}" type="presParOf" srcId="{643659A5-11CF-4EEA-B530-ACD509DC16DD}" destId="{D976B151-E09C-4AF9-A77B-B521FCAA8FAA}" srcOrd="3" destOrd="0" presId="urn:microsoft.com/office/officeart/2005/8/layout/radial4"/>
    <dgm:cxn modelId="{ADCE6008-2195-4497-969A-0315357DB469}" type="presParOf" srcId="{643659A5-11CF-4EEA-B530-ACD509DC16DD}" destId="{7EAC70FB-C092-4123-8DFE-0A775FCE6E8F}" srcOrd="4" destOrd="0" presId="urn:microsoft.com/office/officeart/2005/8/layout/radial4"/>
    <dgm:cxn modelId="{9E2A22AB-7363-4E02-91FA-1E3384ED5DA9}" type="presParOf" srcId="{643659A5-11CF-4EEA-B530-ACD509DC16DD}" destId="{58E50BFF-5149-421E-A875-802F2A115B7B}" srcOrd="5" destOrd="0" presId="urn:microsoft.com/office/officeart/2005/8/layout/radial4"/>
    <dgm:cxn modelId="{CC55EBBF-8634-4F18-A303-2801412B91AA}" type="presParOf" srcId="{643659A5-11CF-4EEA-B530-ACD509DC16DD}" destId="{62993699-95CB-43AE-B2CA-5305A265DBDE}" srcOrd="6" destOrd="0" presId="urn:microsoft.com/office/officeart/2005/8/layout/radial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7036ACE-FA03-4BF5-9FFF-17D59BEC706A}">
      <dsp:nvSpPr>
        <dsp:cNvPr id="0" name=""/>
        <dsp:cNvSpPr/>
      </dsp:nvSpPr>
      <dsp:spPr>
        <a:xfrm>
          <a:off x="1365681" y="56473"/>
          <a:ext cx="1652517" cy="826258"/>
        </a:xfrm>
        <a:prstGeom prst="roundRect">
          <a:avLst>
            <a:gd name="adj" fmla="val 10000"/>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kern="1200"/>
            <a:t>Ndarja e të dhënave</a:t>
          </a:r>
        </a:p>
      </dsp:txBody>
      <dsp:txXfrm>
        <a:off x="1389881" y="80673"/>
        <a:ext cx="1604117" cy="777858"/>
      </dsp:txXfrm>
    </dsp:sp>
    <dsp:sp modelId="{20461F89-D5E3-4D79-8F92-7EE0CEFD132F}">
      <dsp:nvSpPr>
        <dsp:cNvPr id="0" name=""/>
        <dsp:cNvSpPr/>
      </dsp:nvSpPr>
      <dsp:spPr>
        <a:xfrm rot="3600000">
          <a:off x="2443424" y="1507198"/>
          <a:ext cx="862107" cy="289190"/>
        </a:xfrm>
        <a:prstGeom prst="leftRightArrow">
          <a:avLst>
            <a:gd name="adj1" fmla="val 60000"/>
            <a:gd name="adj2" fmla="val 5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33400">
            <a:lnSpc>
              <a:spcPct val="90000"/>
            </a:lnSpc>
            <a:spcBef>
              <a:spcPct val="0"/>
            </a:spcBef>
            <a:spcAft>
              <a:spcPct val="35000"/>
            </a:spcAft>
            <a:buNone/>
          </a:pPr>
          <a:endParaRPr lang="en-US" sz="1200" kern="1200"/>
        </a:p>
      </dsp:txBody>
      <dsp:txXfrm>
        <a:off x="2530181" y="1565036"/>
        <a:ext cx="688593" cy="173514"/>
      </dsp:txXfrm>
    </dsp:sp>
    <dsp:sp modelId="{E714A256-3787-4E37-BFF9-BD75103907DC}">
      <dsp:nvSpPr>
        <dsp:cNvPr id="0" name=""/>
        <dsp:cNvSpPr/>
      </dsp:nvSpPr>
      <dsp:spPr>
        <a:xfrm>
          <a:off x="2730757" y="2420854"/>
          <a:ext cx="1652517" cy="826258"/>
        </a:xfrm>
        <a:prstGeom prst="roundRect">
          <a:avLst>
            <a:gd name="adj" fmla="val 10000"/>
          </a:avLst>
        </a:prstGeom>
        <a:solidFill>
          <a:schemeClr val="accent5">
            <a:hueOff val="-3379271"/>
            <a:satOff val="-8710"/>
            <a:lumOff val="-588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kern="1200"/>
            <a:t>Sekondare</a:t>
          </a:r>
        </a:p>
      </dsp:txBody>
      <dsp:txXfrm>
        <a:off x="2754957" y="2445054"/>
        <a:ext cx="1604117" cy="777858"/>
      </dsp:txXfrm>
    </dsp:sp>
    <dsp:sp modelId="{70628B3F-845B-445E-9FC1-448A4E920BB0}">
      <dsp:nvSpPr>
        <dsp:cNvPr id="0" name=""/>
        <dsp:cNvSpPr/>
      </dsp:nvSpPr>
      <dsp:spPr>
        <a:xfrm rot="10800000">
          <a:off x="1760886" y="2689388"/>
          <a:ext cx="862107" cy="289190"/>
        </a:xfrm>
        <a:prstGeom prst="leftRightArrow">
          <a:avLst>
            <a:gd name="adj1" fmla="val 60000"/>
            <a:gd name="adj2" fmla="val 50000"/>
          </a:avLst>
        </a:prstGeom>
        <a:solidFill>
          <a:schemeClr val="accent5">
            <a:hueOff val="-3379271"/>
            <a:satOff val="-8710"/>
            <a:lumOff val="-5883"/>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33400">
            <a:lnSpc>
              <a:spcPct val="90000"/>
            </a:lnSpc>
            <a:spcBef>
              <a:spcPct val="0"/>
            </a:spcBef>
            <a:spcAft>
              <a:spcPct val="35000"/>
            </a:spcAft>
            <a:buNone/>
          </a:pPr>
          <a:endParaRPr lang="en-US" sz="1200" kern="1200"/>
        </a:p>
      </dsp:txBody>
      <dsp:txXfrm rot="10800000">
        <a:off x="1847643" y="2747226"/>
        <a:ext cx="688593" cy="173514"/>
      </dsp:txXfrm>
    </dsp:sp>
    <dsp:sp modelId="{58F7C003-5EED-4544-92C8-EEE61F7658C6}">
      <dsp:nvSpPr>
        <dsp:cNvPr id="0" name=""/>
        <dsp:cNvSpPr/>
      </dsp:nvSpPr>
      <dsp:spPr>
        <a:xfrm>
          <a:off x="605" y="2420854"/>
          <a:ext cx="1652517" cy="826258"/>
        </a:xfrm>
        <a:prstGeom prst="roundRect">
          <a:avLst>
            <a:gd name="adj" fmla="val 10000"/>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kern="1200"/>
            <a:t>Primare</a:t>
          </a:r>
        </a:p>
      </dsp:txBody>
      <dsp:txXfrm>
        <a:off x="24805" y="2445054"/>
        <a:ext cx="1604117" cy="777858"/>
      </dsp:txXfrm>
    </dsp:sp>
    <dsp:sp modelId="{697BC232-6E07-48EB-BF7F-376245605B4D}">
      <dsp:nvSpPr>
        <dsp:cNvPr id="0" name=""/>
        <dsp:cNvSpPr/>
      </dsp:nvSpPr>
      <dsp:spPr>
        <a:xfrm rot="18000000">
          <a:off x="1078348" y="1507198"/>
          <a:ext cx="862107" cy="289190"/>
        </a:xfrm>
        <a:prstGeom prst="leftRightArrow">
          <a:avLst>
            <a:gd name="adj1" fmla="val 60000"/>
            <a:gd name="adj2" fmla="val 50000"/>
          </a:avLst>
        </a:prstGeom>
        <a:solidFill>
          <a:schemeClr val="accent5">
            <a:hueOff val="-6758543"/>
            <a:satOff val="-17419"/>
            <a:lumOff val="-11765"/>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33400">
            <a:lnSpc>
              <a:spcPct val="90000"/>
            </a:lnSpc>
            <a:spcBef>
              <a:spcPct val="0"/>
            </a:spcBef>
            <a:spcAft>
              <a:spcPct val="35000"/>
            </a:spcAft>
            <a:buNone/>
          </a:pPr>
          <a:endParaRPr lang="en-US" sz="1200" kern="1200"/>
        </a:p>
      </dsp:txBody>
      <dsp:txXfrm>
        <a:off x="1165105" y="1565036"/>
        <a:ext cx="688593" cy="173514"/>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C68D201-48CD-4C4D-826F-10AFF0F940F0}">
      <dsp:nvSpPr>
        <dsp:cNvPr id="0" name=""/>
        <dsp:cNvSpPr/>
      </dsp:nvSpPr>
      <dsp:spPr>
        <a:xfrm>
          <a:off x="596" y="0"/>
          <a:ext cx="2568568" cy="1177046"/>
        </a:xfrm>
        <a:prstGeom prst="roundRect">
          <a:avLst>
            <a:gd name="adj" fmla="val 5000"/>
          </a:avLst>
        </a:prstGeom>
        <a:solidFill>
          <a:schemeClr val="bg1">
            <a:lumMod val="65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0" tIns="54864" rIns="71120" bIns="0" numCol="1" spcCol="1270" anchor="t" anchorCtr="0">
          <a:noAutofit/>
        </a:bodyPr>
        <a:lstStyle/>
        <a:p>
          <a:pPr marL="0" lvl="0" indent="0" algn="r" defTabSz="711200">
            <a:lnSpc>
              <a:spcPct val="90000"/>
            </a:lnSpc>
            <a:spcBef>
              <a:spcPct val="0"/>
            </a:spcBef>
            <a:spcAft>
              <a:spcPct val="35000"/>
            </a:spcAft>
            <a:buNone/>
          </a:pPr>
          <a:br>
            <a:rPr lang="en-US" sz="1600" kern="1200"/>
          </a:br>
          <a:endParaRPr lang="en-US" sz="1600" kern="1200"/>
        </a:p>
      </dsp:txBody>
      <dsp:txXfrm rot="16200000">
        <a:off x="-225135" y="225731"/>
        <a:ext cx="965177" cy="513713"/>
      </dsp:txXfrm>
    </dsp:sp>
    <dsp:sp modelId="{93AF3F91-DFE2-4B6D-8187-9BB215A54CC0}">
      <dsp:nvSpPr>
        <dsp:cNvPr id="0" name=""/>
        <dsp:cNvSpPr/>
      </dsp:nvSpPr>
      <dsp:spPr>
        <a:xfrm>
          <a:off x="514310" y="0"/>
          <a:ext cx="1913583" cy="1177046"/>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89154" rIns="0" bIns="0" numCol="1" spcCol="1270" anchor="t" anchorCtr="0">
          <a:noAutofit/>
        </a:bodyPr>
        <a:lstStyle/>
        <a:p>
          <a:pPr marL="0" lvl="0" indent="0" algn="l" defTabSz="1155700">
            <a:lnSpc>
              <a:spcPct val="90000"/>
            </a:lnSpc>
            <a:spcBef>
              <a:spcPct val="0"/>
            </a:spcBef>
            <a:spcAft>
              <a:spcPct val="35000"/>
            </a:spcAft>
            <a:buNone/>
          </a:pPr>
          <a:r>
            <a:rPr lang="sq-AL" sz="2600" kern="1200">
              <a:latin typeface="Times New Roman" panose="02020603050405020304" pitchFamily="18" charset="0"/>
              <a:cs typeface="Times New Roman" panose="02020603050405020304" pitchFamily="18" charset="0"/>
            </a:rPr>
            <a:t>Modelimi i shenjave hartografike</a:t>
          </a:r>
          <a:endParaRPr lang="en-US" sz="2600" kern="1200"/>
        </a:p>
      </dsp:txBody>
      <dsp:txXfrm>
        <a:off x="514310" y="0"/>
        <a:ext cx="1913583" cy="1177046"/>
      </dsp:txXfrm>
    </dsp:sp>
    <dsp:sp modelId="{0EF8DBD3-8531-4D0D-9820-8CAA669B4A0B}">
      <dsp:nvSpPr>
        <dsp:cNvPr id="0" name=""/>
        <dsp:cNvSpPr/>
      </dsp:nvSpPr>
      <dsp:spPr>
        <a:xfrm>
          <a:off x="2659065" y="0"/>
          <a:ext cx="2568568" cy="1177046"/>
        </a:xfrm>
        <a:prstGeom prst="roundRect">
          <a:avLst>
            <a:gd name="adj" fmla="val 5000"/>
          </a:avLst>
        </a:prstGeom>
        <a:solidFill>
          <a:schemeClr val="accent6">
            <a:lumMod val="60000"/>
            <a:lum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0" tIns="54864" rIns="71120" bIns="0" numCol="1" spcCol="1270" anchor="t" anchorCtr="0">
          <a:noAutofit/>
        </a:bodyPr>
        <a:lstStyle/>
        <a:p>
          <a:pPr marL="0" lvl="0" indent="0" algn="r" defTabSz="711200">
            <a:lnSpc>
              <a:spcPct val="90000"/>
            </a:lnSpc>
            <a:spcBef>
              <a:spcPct val="0"/>
            </a:spcBef>
            <a:spcAft>
              <a:spcPct val="35000"/>
            </a:spcAft>
            <a:buNone/>
          </a:pPr>
          <a:br>
            <a:rPr lang="en-US" sz="1600" kern="1200"/>
          </a:br>
          <a:endParaRPr lang="en-US" sz="1600" kern="1200"/>
        </a:p>
      </dsp:txBody>
      <dsp:txXfrm rot="16200000">
        <a:off x="2433333" y="225731"/>
        <a:ext cx="965177" cy="513713"/>
      </dsp:txXfrm>
    </dsp:sp>
    <dsp:sp modelId="{6D0C88F8-BD5E-448A-88EA-9478AFD2D63B}">
      <dsp:nvSpPr>
        <dsp:cNvPr id="0" name=""/>
        <dsp:cNvSpPr/>
      </dsp:nvSpPr>
      <dsp:spPr>
        <a:xfrm rot="5400000">
          <a:off x="2585406" y="816541"/>
          <a:ext cx="173002" cy="385285"/>
        </a:xfrm>
        <a:prstGeom prst="flowChartExtract">
          <a:avLst/>
        </a:prstGeom>
        <a:solidFill>
          <a:schemeClr val="accent4">
            <a:lumMod val="60000"/>
            <a:lumOff val="4000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3960FAE9-2DC1-4616-8103-42BAFE1C0128}">
      <dsp:nvSpPr>
        <dsp:cNvPr id="0" name=""/>
        <dsp:cNvSpPr/>
      </dsp:nvSpPr>
      <dsp:spPr>
        <a:xfrm>
          <a:off x="3172779" y="0"/>
          <a:ext cx="1913583" cy="1177046"/>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89154" rIns="0" bIns="0" numCol="1" spcCol="1270" anchor="t" anchorCtr="0">
          <a:noAutofit/>
        </a:bodyPr>
        <a:lstStyle/>
        <a:p>
          <a:pPr marL="0" lvl="0" indent="0" algn="l" defTabSz="1155700">
            <a:lnSpc>
              <a:spcPct val="90000"/>
            </a:lnSpc>
            <a:spcBef>
              <a:spcPct val="0"/>
            </a:spcBef>
            <a:spcAft>
              <a:spcPct val="35000"/>
            </a:spcAft>
            <a:buNone/>
          </a:pPr>
          <a:r>
            <a:rPr lang="en-US" sz="2600" kern="1200">
              <a:latin typeface="Times New Roman" panose="02020603050405020304" pitchFamily="18" charset="0"/>
              <a:cs typeface="Times New Roman" panose="02020603050405020304" pitchFamily="18" charset="0"/>
            </a:rPr>
            <a:t>Dimensionimi i shenjave hartografike</a:t>
          </a:r>
          <a:endParaRPr lang="en-US" sz="2600" kern="1200"/>
        </a:p>
      </dsp:txBody>
      <dsp:txXfrm>
        <a:off x="3172779" y="0"/>
        <a:ext cx="1913583" cy="1177046"/>
      </dsp:txXfrm>
    </dsp:sp>
    <dsp:sp modelId="{E404FC5C-6814-4FB3-A196-C377C3597214}">
      <dsp:nvSpPr>
        <dsp:cNvPr id="0" name=""/>
        <dsp:cNvSpPr/>
      </dsp:nvSpPr>
      <dsp:spPr>
        <a:xfrm>
          <a:off x="5317534" y="0"/>
          <a:ext cx="2568568" cy="1177046"/>
        </a:xfrm>
        <a:prstGeom prst="roundRect">
          <a:avLst>
            <a:gd name="adj" fmla="val 5000"/>
          </a:avLst>
        </a:prstGeom>
        <a:solidFill>
          <a:schemeClr val="accent4">
            <a:lumMod val="60000"/>
            <a:lum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0" tIns="54864" rIns="71120" bIns="0" numCol="1" spcCol="1270" anchor="t" anchorCtr="0">
          <a:noAutofit/>
        </a:bodyPr>
        <a:lstStyle/>
        <a:p>
          <a:pPr marL="0" lvl="0" indent="0" algn="r" defTabSz="711200">
            <a:lnSpc>
              <a:spcPct val="90000"/>
            </a:lnSpc>
            <a:spcBef>
              <a:spcPct val="0"/>
            </a:spcBef>
            <a:spcAft>
              <a:spcPct val="35000"/>
            </a:spcAft>
            <a:buNone/>
          </a:pPr>
          <a:endParaRPr lang="en-US" sz="1600" kern="1200"/>
        </a:p>
      </dsp:txBody>
      <dsp:txXfrm rot="16200000">
        <a:off x="5091802" y="225731"/>
        <a:ext cx="965177" cy="513713"/>
      </dsp:txXfrm>
    </dsp:sp>
    <dsp:sp modelId="{7581A29C-18CA-401C-9656-3A14C1E0D7C8}">
      <dsp:nvSpPr>
        <dsp:cNvPr id="0" name=""/>
        <dsp:cNvSpPr/>
      </dsp:nvSpPr>
      <dsp:spPr>
        <a:xfrm rot="5400000">
          <a:off x="5243875" y="816541"/>
          <a:ext cx="173002" cy="385285"/>
        </a:xfrm>
        <a:prstGeom prst="flowChartExtract">
          <a:avLst/>
        </a:prstGeom>
        <a:solidFill>
          <a:schemeClr val="bg1">
            <a:lumMod val="6500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7578997D-7959-4A6C-BF1C-4D073EB037AC}">
      <dsp:nvSpPr>
        <dsp:cNvPr id="0" name=""/>
        <dsp:cNvSpPr/>
      </dsp:nvSpPr>
      <dsp:spPr>
        <a:xfrm>
          <a:off x="5831248" y="0"/>
          <a:ext cx="1913583" cy="1177046"/>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78867" rIns="0" bIns="0" numCol="1" spcCol="1270" anchor="t" anchorCtr="0">
          <a:noAutofit/>
        </a:bodyPr>
        <a:lstStyle/>
        <a:p>
          <a:pPr marL="0" lvl="0" indent="0" algn="l" defTabSz="1022350">
            <a:lnSpc>
              <a:spcPct val="90000"/>
            </a:lnSpc>
            <a:spcBef>
              <a:spcPct val="0"/>
            </a:spcBef>
            <a:spcAft>
              <a:spcPct val="35000"/>
            </a:spcAft>
            <a:buNone/>
          </a:pPr>
          <a:r>
            <a:rPr lang="en-US" sz="2300" kern="1200">
              <a:latin typeface="Times New Roman" panose="02020603050405020304" pitchFamily="18" charset="0"/>
              <a:cs typeface="Times New Roman" panose="02020603050405020304" pitchFamily="18" charset="0"/>
            </a:rPr>
            <a:t>Modelimi i numrave dhe shkronjave</a:t>
          </a:r>
          <a:endParaRPr lang="en-US" sz="2300" kern="1200"/>
        </a:p>
      </dsp:txBody>
      <dsp:txXfrm>
        <a:off x="5831248" y="0"/>
        <a:ext cx="1913583" cy="1177046"/>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DB269D7-2C40-4956-891C-DDDB21FF1AC7}">
      <dsp:nvSpPr>
        <dsp:cNvPr id="0" name=""/>
        <dsp:cNvSpPr/>
      </dsp:nvSpPr>
      <dsp:spPr>
        <a:xfrm>
          <a:off x="1739324" y="1714030"/>
          <a:ext cx="2087192" cy="1854367"/>
        </a:xfrm>
        <a:prstGeom prst="ellipse">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13335" tIns="13335" rIns="13335" bIns="13335" numCol="1" spcCol="1270" anchor="ctr" anchorCtr="0">
          <a:noAutofit/>
        </a:bodyPr>
        <a:lstStyle/>
        <a:p>
          <a:pPr marL="0" lvl="0" indent="0" algn="ctr" defTabSz="933450">
            <a:lnSpc>
              <a:spcPct val="90000"/>
            </a:lnSpc>
            <a:spcBef>
              <a:spcPct val="0"/>
            </a:spcBef>
            <a:spcAft>
              <a:spcPct val="35000"/>
            </a:spcAft>
            <a:buNone/>
          </a:pPr>
          <a:r>
            <a:rPr lang="en-US" sz="2100" b="1" kern="1200">
              <a:latin typeface="Times New Roman" panose="02020603050405020304" pitchFamily="18" charset="0"/>
              <a:cs typeface="Times New Roman" panose="02020603050405020304" pitchFamily="18" charset="0"/>
            </a:rPr>
            <a:t>Simbologjia</a:t>
          </a:r>
        </a:p>
      </dsp:txBody>
      <dsp:txXfrm>
        <a:off x="2044986" y="1985596"/>
        <a:ext cx="1475868" cy="1311235"/>
      </dsp:txXfrm>
    </dsp:sp>
    <dsp:sp modelId="{4208B3FD-6AD7-4CC5-AF9F-687D4D4270C1}">
      <dsp:nvSpPr>
        <dsp:cNvPr id="0" name=""/>
        <dsp:cNvSpPr/>
      </dsp:nvSpPr>
      <dsp:spPr>
        <a:xfrm rot="12900000">
          <a:off x="918052" y="1503554"/>
          <a:ext cx="1091906" cy="428291"/>
        </a:xfrm>
        <a:prstGeom prst="lef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B96DA680-5257-4928-8E46-24BCE080D506}">
      <dsp:nvSpPr>
        <dsp:cNvPr id="0" name=""/>
        <dsp:cNvSpPr/>
      </dsp:nvSpPr>
      <dsp:spPr>
        <a:xfrm>
          <a:off x="302967" y="833498"/>
          <a:ext cx="1427638" cy="1142110"/>
        </a:xfrm>
        <a:prstGeom prst="roundRect">
          <a:avLst>
            <a:gd name="adj" fmla="val 1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34290" tIns="34290" rIns="34290" bIns="34290" numCol="1" spcCol="1270" anchor="ctr" anchorCtr="0">
          <a:noAutofit/>
        </a:bodyPr>
        <a:lstStyle/>
        <a:p>
          <a:pPr marL="0" lvl="0" indent="0" algn="ctr" defTabSz="800100">
            <a:lnSpc>
              <a:spcPct val="90000"/>
            </a:lnSpc>
            <a:spcBef>
              <a:spcPct val="0"/>
            </a:spcBef>
            <a:spcAft>
              <a:spcPct val="35000"/>
            </a:spcAft>
            <a:buNone/>
          </a:pPr>
          <a:r>
            <a:rPr lang="sq-AL" sz="1800" kern="1200">
              <a:latin typeface="Times New Roman" panose="02020603050405020304" pitchFamily="18" charset="0"/>
              <a:cs typeface="Times New Roman" panose="02020603050405020304" pitchFamily="18" charset="0"/>
            </a:rPr>
            <a:t>Simbolet poligonale (objek</a:t>
          </a:r>
          <a:r>
            <a:rPr lang="en-US" sz="1800" kern="1200">
              <a:latin typeface="Times New Roman" panose="02020603050405020304" pitchFamily="18" charset="0"/>
              <a:cs typeface="Times New Roman" panose="02020603050405020304" pitchFamily="18" charset="0"/>
            </a:rPr>
            <a:t>t</a:t>
          </a:r>
          <a:r>
            <a:rPr lang="sq-AL" sz="1800" kern="1200">
              <a:latin typeface="Times New Roman" panose="02020603050405020304" pitchFamily="18" charset="0"/>
              <a:cs typeface="Times New Roman" panose="02020603050405020304" pitchFamily="18" charset="0"/>
            </a:rPr>
            <a:t>e</a:t>
          </a:r>
          <a:r>
            <a:rPr lang="en-US" sz="1800" kern="1200">
              <a:latin typeface="Times New Roman" panose="02020603050405020304" pitchFamily="18" charset="0"/>
              <a:cs typeface="Times New Roman" panose="02020603050405020304" pitchFamily="18" charset="0"/>
            </a:rPr>
            <a:t>t</a:t>
          </a:r>
          <a:r>
            <a:rPr lang="sq-AL" sz="1800" kern="1200">
              <a:latin typeface="Times New Roman" panose="02020603050405020304" pitchFamily="18" charset="0"/>
              <a:cs typeface="Times New Roman" panose="02020603050405020304" pitchFamily="18" charset="0"/>
            </a:rPr>
            <a:t>)</a:t>
          </a:r>
          <a:endParaRPr lang="en-US" sz="1800" kern="1200"/>
        </a:p>
      </dsp:txBody>
      <dsp:txXfrm>
        <a:off x="336418" y="866949"/>
        <a:ext cx="1360736" cy="1075208"/>
      </dsp:txXfrm>
    </dsp:sp>
    <dsp:sp modelId="{D976B151-E09C-4AF9-A77B-B521FCAA8FAA}">
      <dsp:nvSpPr>
        <dsp:cNvPr id="0" name=""/>
        <dsp:cNvSpPr/>
      </dsp:nvSpPr>
      <dsp:spPr>
        <a:xfrm rot="16200000">
          <a:off x="2202280" y="851656"/>
          <a:ext cx="1161280" cy="428291"/>
        </a:xfrm>
        <a:prstGeom prst="lef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7EAC70FB-C092-4123-8DFE-0A775FCE6E8F}">
      <dsp:nvSpPr>
        <dsp:cNvPr id="0" name=""/>
        <dsp:cNvSpPr/>
      </dsp:nvSpPr>
      <dsp:spPr>
        <a:xfrm>
          <a:off x="2069101" y="-85892"/>
          <a:ext cx="1427638" cy="1142110"/>
        </a:xfrm>
        <a:prstGeom prst="roundRect">
          <a:avLst>
            <a:gd name="adj" fmla="val 1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34290" tIns="34290" rIns="34290" bIns="34290" numCol="1" spcCol="1270" anchor="ctr" anchorCtr="0">
          <a:noAutofit/>
        </a:bodyPr>
        <a:lstStyle/>
        <a:p>
          <a:pPr marL="0" lvl="0" indent="0" algn="ctr" defTabSz="800100">
            <a:lnSpc>
              <a:spcPct val="90000"/>
            </a:lnSpc>
            <a:spcBef>
              <a:spcPct val="0"/>
            </a:spcBef>
            <a:spcAft>
              <a:spcPct val="35000"/>
            </a:spcAft>
            <a:buNone/>
          </a:pPr>
          <a:r>
            <a:rPr lang="en-US" sz="1800" kern="1200">
              <a:latin typeface="Times New Roman" panose="02020603050405020304" pitchFamily="18" charset="0"/>
              <a:cs typeface="Times New Roman" panose="02020603050405020304" pitchFamily="18" charset="0"/>
            </a:rPr>
            <a:t>Simbolet lineare të rrjetit të gypave</a:t>
          </a:r>
          <a:endParaRPr lang="en-US" sz="1800" kern="1200"/>
        </a:p>
      </dsp:txBody>
      <dsp:txXfrm>
        <a:off x="2102552" y="-52441"/>
        <a:ext cx="1360736" cy="1075208"/>
      </dsp:txXfrm>
    </dsp:sp>
    <dsp:sp modelId="{58E50BFF-5149-421E-A875-802F2A115B7B}">
      <dsp:nvSpPr>
        <dsp:cNvPr id="0" name=""/>
        <dsp:cNvSpPr/>
      </dsp:nvSpPr>
      <dsp:spPr>
        <a:xfrm rot="19500000">
          <a:off x="3555882" y="1503554"/>
          <a:ext cx="1091906" cy="428291"/>
        </a:xfrm>
        <a:prstGeom prst="lef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62993699-95CB-43AE-B2CA-5305A265DBDE}">
      <dsp:nvSpPr>
        <dsp:cNvPr id="0" name=""/>
        <dsp:cNvSpPr/>
      </dsp:nvSpPr>
      <dsp:spPr>
        <a:xfrm>
          <a:off x="3835235" y="833498"/>
          <a:ext cx="1427638" cy="1142110"/>
        </a:xfrm>
        <a:prstGeom prst="roundRect">
          <a:avLst>
            <a:gd name="adj" fmla="val 1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34290" tIns="34290" rIns="34290" bIns="34290" numCol="1" spcCol="1270" anchor="ctr" anchorCtr="0">
          <a:noAutofit/>
        </a:bodyPr>
        <a:lstStyle/>
        <a:p>
          <a:pPr marL="0" lvl="0" indent="0" algn="ctr" defTabSz="800100">
            <a:lnSpc>
              <a:spcPct val="90000"/>
            </a:lnSpc>
            <a:spcBef>
              <a:spcPct val="0"/>
            </a:spcBef>
            <a:spcAft>
              <a:spcPct val="35000"/>
            </a:spcAft>
            <a:buNone/>
          </a:pPr>
          <a:r>
            <a:rPr lang="sq-AL" sz="1800" kern="1200">
              <a:latin typeface="Times New Roman" panose="02020603050405020304" pitchFamily="18" charset="0"/>
              <a:cs typeface="Times New Roman" panose="02020603050405020304" pitchFamily="18" charset="0"/>
            </a:rPr>
            <a:t>Simbolet e ujëmatësve</a:t>
          </a:r>
          <a:endParaRPr lang="en-US" sz="1800" kern="1200"/>
        </a:p>
      </dsp:txBody>
      <dsp:txXfrm>
        <a:off x="3868686" y="866949"/>
        <a:ext cx="1360736" cy="1075208"/>
      </dsp:txXfrm>
    </dsp:sp>
  </dsp:spTree>
</dsp:drawing>
</file>

<file path=ppt/diagrams/layout1.xml><?xml version="1.0" encoding="utf-8"?>
<dgm:layoutDef xmlns:dgm="http://schemas.openxmlformats.org/drawingml/2006/diagram" xmlns:a="http://schemas.openxmlformats.org/drawingml/2006/main" uniqueId="urn:microsoft.com/office/officeart/2005/8/layout/cycle7">
  <dgm:title val=""/>
  <dgm:desc val=""/>
  <dgm:catLst>
    <dgm:cat type="cycle" pri="6000"/>
  </dgm:catLst>
  <dgm:sampData>
    <dgm:dataModel>
      <dgm:ptLst>
        <dgm:pt modelId="0" type="doc"/>
        <dgm:pt modelId="1">
          <dgm:prSet phldr="1"/>
        </dgm:pt>
        <dgm:pt modelId="2">
          <dgm:prSet phldr="1"/>
        </dgm:pt>
        <dgm:pt modelId="3">
          <dgm:prSet phldr="1"/>
        </dgm:pt>
      </dgm:ptLst>
      <dgm:cxnLst>
        <dgm:cxn modelId="6" srcId="0" destId="1" srcOrd="0" destOrd="0"/>
        <dgm:cxn modelId="7" srcId="0" destId="2" srcOrd="1" destOrd="0"/>
        <dgm:cxn modelId="8" srcId="0" destId="3" srcOrd="2"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Name0">
    <dgm:varLst>
      <dgm:dir/>
      <dgm:resizeHandles val="exact"/>
    </dgm:varLst>
    <dgm:choose name="Name1">
      <dgm:if name="Name2" func="var" arg="dir" op="equ" val="norm">
        <dgm:alg type="cycle">
          <dgm:param type="stAng" val="0"/>
          <dgm:param type="spanAng" val="360"/>
        </dgm:alg>
      </dgm:if>
      <dgm:else name="Name3">
        <dgm:alg type="cycle">
          <dgm:param type="stAng" val="0"/>
          <dgm:param type="spanAng" val="-360"/>
        </dgm:alg>
      </dgm:else>
    </dgm:choose>
    <dgm:shape xmlns:r="http://schemas.openxmlformats.org/officeDocument/2006/relationships" r:blip="">
      <dgm:adjLst/>
    </dgm:shape>
    <dgm:presOf/>
    <dgm:constrLst>
      <dgm:constr type="diam" refType="w"/>
      <dgm:constr type="w" for="ch" ptType="node" refType="w"/>
      <dgm:constr type="primFontSz" for="ch" ptType="node" op="equ" val="65"/>
      <dgm:constr type="w" for="ch" forName="sibTrans" refType="w" refFor="ch" refPtType="node" op="equ" fact="0.35"/>
      <dgm:constr type="connDist" for="ch" forName="sibTrans" op="equ"/>
      <dgm:constr type="primFontSz" for="des" forName="connectorText" op="equ" val="55"/>
      <dgm:constr type="primFontSz" for="des" forName="connectorText" refType="primFontSz" refFor="ch" refPtType="node" op="lte" fact="0.8"/>
      <dgm:constr type="sibSp" refType="w" refFor="ch" refPtType="node" op="equ" fact="0.65"/>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5"/>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4">
        <dgm:if name="Name5" axis="par ch" ptType="doc node" func="cnt" op="gt" val="1">
          <dgm:forEach name="sibTransForEach" axis="followSib" ptType="sibTrans" hideLastTrans="0" cnt="1">
            <dgm:layoutNode name="sibTrans">
              <dgm:choose name="Name6">
                <dgm:if name="Name7" axis="par ch" ptType="doc node" func="posEven" op="equ" val="1">
                  <dgm:alg type="conn">
                    <dgm:param type="begPts" val="radial"/>
                    <dgm:param type="endPts" val="radial"/>
                    <dgm:param type="begSty" val="arr"/>
                    <dgm:param type="endSty" val="arr"/>
                  </dgm:alg>
                </dgm:if>
                <dgm:else name="Name8">
                  <dgm:alg type="conn">
                    <dgm:param type="begPts" val="auto"/>
                    <dgm:param type="endPts" val="auto"/>
                    <dgm:param type="begSty" val="arr"/>
                    <dgm:param type="endSty" val="arr"/>
                  </dgm:alg>
                </dgm:else>
              </dgm:choose>
              <dgm:shape xmlns:r="http://schemas.openxmlformats.org/officeDocument/2006/relationships" type="conn" r:blip="">
                <dgm:adjLst/>
              </dgm:shape>
              <dgm:presOf axis="self"/>
              <dgm:constrLst>
                <dgm:constr type="h" refType="w" fact="0.5"/>
                <dgm:constr type="connDist"/>
                <dgm:constr type="begPad" refType="connDist" fact="0.1"/>
                <dgm:constr type="endPad" refType="connDist" fact="0.1"/>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9"/>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radial4">
  <dgm:title val=""/>
  <dgm:desc val=""/>
  <dgm:catLst>
    <dgm:cat type="relationship" pri="190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t modelId="11"/>
        <dgm:pt modelId="12"/>
      </dgm:ptLst>
      <dgm:cxnLst>
        <dgm:cxn modelId="2" srcId="0" destId="1" srcOrd="0" destOrd="0"/>
        <dgm:cxn modelId="15" srcId="1" destId="11" srcOrd="0" destOrd="0"/>
        <dgm:cxn modelId="16" srcId="1" destId="12" srcOrd="1"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cycle">
    <dgm:varLst>
      <dgm:chMax val="1"/>
      <dgm:dir/>
      <dgm:animLvl val="ctr"/>
      <dgm:resizeHandles val="exact"/>
    </dgm:varLst>
    <dgm:choose name="Name0">
      <dgm:if name="Name1" func="var" arg="dir" op="equ" val="norm">
        <dgm:choose name="Name2">
          <dgm:if name="Name3" axis="ch ch" ptType="node node" st="1 1" cnt="1 0" func="cnt" op="lte" val="1">
            <dgm:alg type="cycle">
              <dgm:param type="stAng" val="0"/>
              <dgm:param type="spanAng" val="360"/>
              <dgm:param type="ctrShpMap" val="fNode"/>
            </dgm:alg>
          </dgm:if>
          <dgm:else name="Name4">
            <dgm:choose name="Name5">
              <dgm:if name="Name6" axis="ch ch" ptType="node node" st="1 1" cnt="1 0" func="cnt" op="lte" val="3">
                <dgm:alg type="cycle">
                  <dgm:param type="stAng" val="-55"/>
                  <dgm:param type="spanAng" val="110"/>
                  <dgm:param type="ctrShpMap" val="fNode"/>
                </dgm:alg>
              </dgm:if>
              <dgm:else name="Name7">
                <dgm:choose name="Name8">
                  <dgm:if name="Name9" axis="ch ch" ptType="node node" st="1 1" cnt="1 0" func="cnt" op="equ" val="4">
                    <dgm:alg type="cycle">
                      <dgm:param type="stAng" val="-75"/>
                      <dgm:param type="spanAng" val="150"/>
                      <dgm:param type="ctrShpMap" val="fNode"/>
                    </dgm:alg>
                  </dgm:if>
                  <dgm:else name="Name10">
                    <dgm:alg type="cycle">
                      <dgm:param type="stAng" val="-90"/>
                      <dgm:param type="spanAng" val="180"/>
                      <dgm:param type="ctrShpMap" val="fNode"/>
                    </dgm:alg>
                  </dgm:else>
                </dgm:choose>
              </dgm:else>
            </dgm:choose>
          </dgm:else>
        </dgm:choose>
      </dgm:if>
      <dgm:else name="Name11">
        <dgm:choose name="Name12">
          <dgm:if name="Name13" axis="ch ch" ptType="node node" st="1 1" cnt="1 0" func="cnt" op="lte" val="1">
            <dgm:alg type="cycle">
              <dgm:param type="stAng" val="0"/>
              <dgm:param type="spanAng" val="-360"/>
              <dgm:param type="ctrShpMap" val="fNode"/>
            </dgm:alg>
          </dgm:if>
          <dgm:else name="Name14">
            <dgm:choose name="Name15">
              <dgm:if name="Name16" axis="ch ch" ptType="node node" st="1 1" cnt="1 0" func="cnt" op="lte" val="3">
                <dgm:alg type="cycle">
                  <dgm:param type="stAng" val="55"/>
                  <dgm:param type="spanAng" val="-110"/>
                  <dgm:param type="ctrShpMap" val="fNode"/>
                </dgm:alg>
              </dgm:if>
              <dgm:else name="Name17">
                <dgm:choose name="Name18">
                  <dgm:if name="Name19" axis="ch ch" ptType="node node" st="1 1" cnt="1 0" func="cnt" op="equ" val="4">
                    <dgm:alg type="cycle">
                      <dgm:param type="stAng" val="75"/>
                      <dgm:param type="spanAng" val="-150"/>
                      <dgm:param type="ctrShpMap" val="fNode"/>
                    </dgm:alg>
                  </dgm:if>
                  <dgm:else name="Name20">
                    <dgm:alg type="cycle">
                      <dgm:param type="stAng" val="90"/>
                      <dgm:param type="spanAng" val="-180"/>
                      <dgm:param type="ctrShpMap" val="fNode"/>
                    </dgm:alg>
                  </dgm:else>
                </dgm:choose>
              </dgm:else>
            </dgm:choose>
          </dgm:else>
        </dgm:choose>
      </dgm:else>
    </dgm:choose>
    <dgm:shape xmlns:r="http://schemas.openxmlformats.org/officeDocument/2006/relationships" r:blip="">
      <dgm:adjLst/>
    </dgm:shape>
    <dgm:presOf/>
    <dgm:constrLst>
      <dgm:constr type="w" for="ch" forName="centerShape" refType="w"/>
      <dgm:constr type="w" for="ch" forName="node" refType="w" refFor="ch" refForName="centerShape" fact="0.95"/>
      <dgm:constr type="h" for="ch" forName="parTrans" refType="w" refFor="ch" refForName="centerShape" fact="0.285"/>
      <dgm:constr type="sp" refType="w" refFor="ch" refForName="centerShape" op="equ" fact="0.23"/>
      <dgm:constr type="sibSp" refType="w" refFor="ch" refForName="node" fact="0.1"/>
      <dgm:constr type="primFontSz" for="ch" forName="node" op="equ"/>
    </dgm:constrLst>
    <dgm:choose name="Name21">
      <dgm:if name="Name22" axis="ch ch" ptType="node node" st="1 1" cnt="1 0" func="cnt" op="lte" val="5">
        <dgm:ruleLst>
          <dgm:rule type="w" for="ch" forName="centerShape" val="NaN" fact="0.27" max="NaN"/>
        </dgm:ruleLst>
      </dgm:if>
      <dgm:else name="Name23">
        <dgm:ruleLst>
          <dgm:rule type="w" for="ch" forName="centerShape" val="NaN" fact="0.27" max="NaN"/>
          <dgm:rule type="w" for="ch" forName="node" val="NaN" fact="0.7" max="NaN"/>
        </dgm:ruleLst>
      </dgm:else>
    </dgm:choose>
    <dgm:forEach name="Name24" axis="ch" ptType="node" cnt="1">
      <dgm:layoutNode name="centerShape" styleLbl="node0">
        <dgm:alg type="tx"/>
        <dgm:shape xmlns:r="http://schemas.openxmlformats.org/officeDocument/2006/relationships" type="ellipse" r:blip="">
          <dgm:adjLst/>
        </dgm:shape>
        <dgm:presOf axis="self"/>
        <dgm:constrLst>
          <dgm:constr type="tMarg" refType="primFontSz" fact="0.05"/>
          <dgm:constr type="bMarg" refType="primFontSz" fact="0.05"/>
          <dgm:constr type="lMarg" refType="primFontSz" fact="0.05"/>
          <dgm:constr type="rMarg" refType="primFontSz" fact="0.05"/>
          <dgm:constr type="primFontSz" val="65"/>
          <dgm:constr type="h" refType="w"/>
        </dgm:constrLst>
        <dgm:ruleLst>
          <dgm:rule type="primFontSz" val="5" fact="NaN" max="NaN"/>
        </dgm:ruleLst>
      </dgm:layoutNode>
      <dgm:forEach name="Name25" axis="ch">
        <dgm:forEach name="Name26" axis="self" ptType="parTrans">
          <dgm:layoutNode name="parTrans" styleLbl="bgSibTrans2D1">
            <dgm:alg type="conn">
              <dgm:param type="begPts" val="auto"/>
              <dgm:param type="endPts" val="ctr"/>
              <dgm:param type="endSty" val="noArr"/>
              <dgm:param type="begSty" val="arr"/>
            </dgm:alg>
            <dgm:shape xmlns:r="http://schemas.openxmlformats.org/officeDocument/2006/relationships" type="conn" r:blip="">
              <dgm:adjLst/>
            </dgm:shape>
            <dgm:presOf axis="self"/>
            <dgm:constrLst>
              <dgm:constr type="begPad" refType="connDist" fact="0.055"/>
              <dgm:constr type="endPad"/>
            </dgm:constrLst>
            <dgm:ruleLst/>
          </dgm:layoutNode>
        </dgm:forEach>
        <dgm:forEach name="Name27" axis="self" ptType="node">
          <dgm:layoutNode name="node" styleLbl="node1">
            <dgm:varLst>
              <dgm:bulletEnabled val="1"/>
            </dgm:varLst>
            <dgm:alg type="tx"/>
            <dgm:shape xmlns:r="http://schemas.openxmlformats.org/officeDocument/2006/relationships" type="roundRect" r:blip="">
              <dgm:adjLst>
                <dgm:adj idx="1" val="0.1"/>
              </dgm:adjLst>
            </dgm:shape>
            <dgm:presOf axis="desOrSelf" ptType="node"/>
            <dgm:constrLst>
              <dgm:constr type="primFontSz" val="65"/>
              <dgm:constr type="h" refType="w" fact="0.8"/>
              <dgm:constr type="tMarg" refType="primFontSz" fact="0.15"/>
              <dgm:constr type="bMarg" refType="primFontSz" fact="0.15"/>
              <dgm:constr type="lMarg" refType="primFontSz" fact="0.15"/>
              <dgm:constr type="rMarg" refType="primFontSz" fact="0.15"/>
            </dgm:constrLst>
            <dgm:ruleLst>
              <dgm:rule type="primFontSz" val="5" fact="NaN" max="NaN"/>
            </dgm:ruleLst>
          </dgm:layoutNode>
        </dgm:forEach>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rawings/_rels/vmlDrawing1.vml.rels><?xml version="1.0" encoding="UTF-8" standalone="yes"?>
<Relationships xmlns="http://schemas.openxmlformats.org/package/2006/relationships"><Relationship Id="rId1" Type="http://schemas.openxmlformats.org/officeDocument/2006/relationships/image" Target="../media/image10.emf"/></Relationships>
</file>

<file path=ppt/drawings/_rels/vmlDrawing2.v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drawings/_rels/vmlDrawing3.vml.rels><?xml version="1.0" encoding="UTF-8" standalone="yes"?>
<Relationships xmlns="http://schemas.openxmlformats.org/package/2006/relationships"><Relationship Id="rId1" Type="http://schemas.openxmlformats.org/officeDocument/2006/relationships/image" Target="../media/image24.emf"/></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32F29B0A-3237-420D-965D-CD20C911ADA0}" type="datetimeFigureOut">
              <a:rPr lang="en-US" smtClean="0"/>
              <a:t>2/10/2026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A8B6169-46FF-4C3E-AC71-4A1ACAE9CB38}" type="slidenum">
              <a:rPr lang="en-US" smtClean="0"/>
              <a:t>‹#›</a:t>
            </a:fld>
            <a:endParaRPr lang="en-US"/>
          </a:p>
        </p:txBody>
      </p:sp>
    </p:spTree>
    <p:extLst>
      <p:ext uri="{BB962C8B-B14F-4D97-AF65-F5344CB8AC3E}">
        <p14:creationId xmlns:p14="http://schemas.microsoft.com/office/powerpoint/2010/main" val="188919047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2F29B0A-3237-420D-965D-CD20C911ADA0}" type="datetimeFigureOut">
              <a:rPr lang="en-US" smtClean="0"/>
              <a:t>2/10/2026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A8B6169-46FF-4C3E-AC71-4A1ACAE9CB38}" type="slidenum">
              <a:rPr lang="en-US" smtClean="0"/>
              <a:t>‹#›</a:t>
            </a:fld>
            <a:endParaRPr lang="en-US"/>
          </a:p>
        </p:txBody>
      </p:sp>
    </p:spTree>
    <p:extLst>
      <p:ext uri="{BB962C8B-B14F-4D97-AF65-F5344CB8AC3E}">
        <p14:creationId xmlns:p14="http://schemas.microsoft.com/office/powerpoint/2010/main" val="138436546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32F29B0A-3237-420D-965D-CD20C911ADA0}" type="datetimeFigureOut">
              <a:rPr lang="en-US" smtClean="0"/>
              <a:t>2/10/2026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A8B6169-46FF-4C3E-AC71-4A1ACAE9CB38}" type="slidenum">
              <a:rPr lang="en-US" smtClean="0"/>
              <a:t>‹#›</a:t>
            </a:fld>
            <a:endParaRPr lang="en-US"/>
          </a:p>
        </p:txBody>
      </p:sp>
    </p:spTree>
    <p:extLst>
      <p:ext uri="{BB962C8B-B14F-4D97-AF65-F5344CB8AC3E}">
        <p14:creationId xmlns:p14="http://schemas.microsoft.com/office/powerpoint/2010/main" val="16188756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32F29B0A-3237-420D-965D-CD20C911ADA0}" type="datetimeFigureOut">
              <a:rPr lang="en-US" smtClean="0"/>
              <a:t>2/10/2026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A8B6169-46FF-4C3E-AC71-4A1ACAE9CB38}" type="slidenum">
              <a:rPr lang="en-US" smtClean="0"/>
              <a:t>‹#›</a:t>
            </a:fld>
            <a:endParaRPr lang="en-US"/>
          </a:p>
        </p:txBody>
      </p:sp>
    </p:spTree>
    <p:extLst>
      <p:ext uri="{BB962C8B-B14F-4D97-AF65-F5344CB8AC3E}">
        <p14:creationId xmlns:p14="http://schemas.microsoft.com/office/powerpoint/2010/main" val="37947974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32F29B0A-3237-420D-965D-CD20C911ADA0}" type="datetimeFigureOut">
              <a:rPr lang="en-US" smtClean="0"/>
              <a:t>2/10/2026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A8B6169-46FF-4C3E-AC71-4A1ACAE9CB38}" type="slidenum">
              <a:rPr lang="en-US" smtClean="0"/>
              <a:t>‹#›</a:t>
            </a:fld>
            <a:endParaRPr lang="en-US"/>
          </a:p>
        </p:txBody>
      </p:sp>
    </p:spTree>
    <p:extLst>
      <p:ext uri="{BB962C8B-B14F-4D97-AF65-F5344CB8AC3E}">
        <p14:creationId xmlns:p14="http://schemas.microsoft.com/office/powerpoint/2010/main" val="30184247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32F29B0A-3237-420D-965D-CD20C911ADA0}" type="datetimeFigureOut">
              <a:rPr lang="en-US" smtClean="0"/>
              <a:t>2/10/2026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A8B6169-46FF-4C3E-AC71-4A1ACAE9CB38}" type="slidenum">
              <a:rPr lang="en-US" smtClean="0"/>
              <a:t>‹#›</a:t>
            </a:fld>
            <a:endParaRPr lang="en-US"/>
          </a:p>
        </p:txBody>
      </p:sp>
    </p:spTree>
    <p:extLst>
      <p:ext uri="{BB962C8B-B14F-4D97-AF65-F5344CB8AC3E}">
        <p14:creationId xmlns:p14="http://schemas.microsoft.com/office/powerpoint/2010/main" val="9159828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32F29B0A-3237-420D-965D-CD20C911ADA0}" type="datetimeFigureOut">
              <a:rPr lang="en-US" smtClean="0"/>
              <a:t>2/10/2026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A8B6169-46FF-4C3E-AC71-4A1ACAE9CB38}" type="slidenum">
              <a:rPr lang="en-US" smtClean="0"/>
              <a:t>‹#›</a:t>
            </a:fld>
            <a:endParaRPr lang="en-US"/>
          </a:p>
        </p:txBody>
      </p:sp>
    </p:spTree>
    <p:extLst>
      <p:ext uri="{BB962C8B-B14F-4D97-AF65-F5344CB8AC3E}">
        <p14:creationId xmlns:p14="http://schemas.microsoft.com/office/powerpoint/2010/main" val="415980713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32F29B0A-3237-420D-965D-CD20C911ADA0}" type="datetimeFigureOut">
              <a:rPr lang="en-US" smtClean="0"/>
              <a:t>2/10/2026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A8B6169-46FF-4C3E-AC71-4A1ACAE9CB38}" type="slidenum">
              <a:rPr lang="en-US" smtClean="0"/>
              <a:t>‹#›</a:t>
            </a:fld>
            <a:endParaRPr lang="en-US"/>
          </a:p>
        </p:txBody>
      </p:sp>
    </p:spTree>
    <p:extLst>
      <p:ext uri="{BB962C8B-B14F-4D97-AF65-F5344CB8AC3E}">
        <p14:creationId xmlns:p14="http://schemas.microsoft.com/office/powerpoint/2010/main" val="11650280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32F29B0A-3237-420D-965D-CD20C911ADA0}" type="datetimeFigureOut">
              <a:rPr lang="en-US" smtClean="0"/>
              <a:t>2/10/2026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A8B6169-46FF-4C3E-AC71-4A1ACAE9CB38}" type="slidenum">
              <a:rPr lang="en-US" smtClean="0"/>
              <a:t>‹#›</a:t>
            </a:fld>
            <a:endParaRPr lang="en-US"/>
          </a:p>
        </p:txBody>
      </p:sp>
    </p:spTree>
    <p:extLst>
      <p:ext uri="{BB962C8B-B14F-4D97-AF65-F5344CB8AC3E}">
        <p14:creationId xmlns:p14="http://schemas.microsoft.com/office/powerpoint/2010/main" val="388819358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2F29B0A-3237-420D-965D-CD20C911ADA0}" type="datetimeFigureOut">
              <a:rPr lang="en-US" smtClean="0"/>
              <a:t>2/10/2026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A8B6169-46FF-4C3E-AC71-4A1ACAE9CB38}" type="slidenum">
              <a:rPr lang="en-US" smtClean="0"/>
              <a:t>‹#›</a:t>
            </a:fld>
            <a:endParaRPr lang="en-US"/>
          </a:p>
        </p:txBody>
      </p:sp>
    </p:spTree>
    <p:extLst>
      <p:ext uri="{BB962C8B-B14F-4D97-AF65-F5344CB8AC3E}">
        <p14:creationId xmlns:p14="http://schemas.microsoft.com/office/powerpoint/2010/main" val="183396540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2F29B0A-3237-420D-965D-CD20C911ADA0}" type="datetimeFigureOut">
              <a:rPr lang="en-US" smtClean="0"/>
              <a:t>2/10/2026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A8B6169-46FF-4C3E-AC71-4A1ACAE9CB38}" type="slidenum">
              <a:rPr lang="en-US" smtClean="0"/>
              <a:t>‹#›</a:t>
            </a:fld>
            <a:endParaRPr lang="en-US"/>
          </a:p>
        </p:txBody>
      </p:sp>
    </p:spTree>
    <p:extLst>
      <p:ext uri="{BB962C8B-B14F-4D97-AF65-F5344CB8AC3E}">
        <p14:creationId xmlns:p14="http://schemas.microsoft.com/office/powerpoint/2010/main" val="116871902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2F29B0A-3237-420D-965D-CD20C911ADA0}" type="datetimeFigureOut">
              <a:rPr lang="en-US" smtClean="0"/>
              <a:t>2/10/2026</a:t>
            </a:fld>
            <a:endParaRPr lang="en-US"/>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A8B6169-46FF-4C3E-AC71-4A1ACAE9CB38}" type="slidenum">
              <a:rPr lang="en-US" smtClean="0"/>
              <a:t>‹#›</a:t>
            </a:fld>
            <a:endParaRPr lang="en-US"/>
          </a:p>
        </p:txBody>
      </p:sp>
    </p:spTree>
    <p:extLst>
      <p:ext uri="{BB962C8B-B14F-4D97-AF65-F5344CB8AC3E}">
        <p14:creationId xmlns:p14="http://schemas.microsoft.com/office/powerpoint/2010/main" val="2479464611"/>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7.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5.png"/><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slideLayout" Target="../slideLayouts/slideLayout2.xml"/><Relationship Id="rId1" Type="http://schemas.openxmlformats.org/officeDocument/2006/relationships/vmlDrawing" Target="../drawings/vmlDrawing1.vml"/><Relationship Id="rId4" Type="http://schemas.openxmlformats.org/officeDocument/2006/relationships/image" Target="../media/image10.emf"/></Relationships>
</file>

<file path=ppt/slides/_rels/slide11.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image" Target="../media/image11.png"/><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slideLayout" Target="../slideLayouts/slideLayout2.xml"/><Relationship Id="rId1" Type="http://schemas.openxmlformats.org/officeDocument/2006/relationships/vmlDrawing" Target="../drawings/vmlDrawing2.vml"/><Relationship Id="rId4" Type="http://schemas.openxmlformats.org/officeDocument/2006/relationships/image" Target="../media/image1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chart" Target="../charts/chart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18.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slideLayout" Target="../slideLayouts/slideLayout2.xml"/><Relationship Id="rId1" Type="http://schemas.openxmlformats.org/officeDocument/2006/relationships/vmlDrawing" Target="../drawings/vmlDrawing3.vml"/><Relationship Id="rId4" Type="http://schemas.openxmlformats.org/officeDocument/2006/relationships/image" Target="../media/image24.emf"/></Relationships>
</file>

<file path=ppt/slides/_rels/slide19.xml.rels><?xml version="1.0" encoding="UTF-8" standalone="yes"?>
<Relationships xmlns="http://schemas.openxmlformats.org/package/2006/relationships"><Relationship Id="rId2" Type="http://schemas.openxmlformats.org/officeDocument/2006/relationships/image" Target="../media/image25.jfif"/><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739C57-2F5E-409D-88A8-972BFE957337}"/>
              </a:ext>
            </a:extLst>
          </p:cNvPr>
          <p:cNvSpPr>
            <a:spLocks noGrp="1"/>
          </p:cNvSpPr>
          <p:nvPr>
            <p:ph type="ctrTitle"/>
          </p:nvPr>
        </p:nvSpPr>
        <p:spPr>
          <a:xfrm>
            <a:off x="1143000" y="1539614"/>
            <a:ext cx="6858000" cy="1490009"/>
          </a:xfrm>
        </p:spPr>
        <p:txBody>
          <a:bodyPr>
            <a:normAutofit/>
          </a:bodyPr>
          <a:lstStyle/>
          <a:p>
            <a:r>
              <a:rPr lang="sq-AL" sz="1900" b="1">
                <a:latin typeface="Times New Roman" panose="02020603050405020304" pitchFamily="18" charset="0"/>
                <a:cs typeface="Times New Roman" panose="02020603050405020304" pitchFamily="18" charset="0"/>
              </a:rPr>
              <a:t>UNIVERSITETI I PRISHTINËS</a:t>
            </a:r>
            <a:br>
              <a:rPr lang="en-US" sz="1900">
                <a:latin typeface="Times New Roman" panose="02020603050405020304" pitchFamily="18" charset="0"/>
                <a:cs typeface="Times New Roman" panose="02020603050405020304" pitchFamily="18" charset="0"/>
              </a:rPr>
            </a:br>
            <a:r>
              <a:rPr lang="sq-AL" sz="1900">
                <a:latin typeface="Times New Roman" panose="02020603050405020304" pitchFamily="18" charset="0"/>
                <a:cs typeface="Times New Roman" panose="02020603050405020304" pitchFamily="18" charset="0"/>
              </a:rPr>
              <a:t>FAKULTETI I INXHINIERISË SË NDËRTIMIT</a:t>
            </a:r>
            <a:br>
              <a:rPr lang="en-US">
                <a:latin typeface="Times New Roman" panose="02020603050405020304" pitchFamily="18" charset="0"/>
                <a:cs typeface="Times New Roman" panose="02020603050405020304" pitchFamily="18" charset="0"/>
              </a:rPr>
            </a:br>
            <a:br>
              <a:rPr lang="en-US" sz="1650">
                <a:latin typeface="Times New Roman" panose="02020603050405020304" pitchFamily="18" charset="0"/>
                <a:cs typeface="Times New Roman" panose="02020603050405020304" pitchFamily="18" charset="0"/>
              </a:rPr>
            </a:br>
            <a:r>
              <a:rPr lang="sq-AL" sz="2000">
                <a:latin typeface="Times New Roman" panose="02020603050405020304" pitchFamily="18" charset="0"/>
                <a:cs typeface="Times New Roman" panose="02020603050405020304" pitchFamily="18" charset="0"/>
              </a:rPr>
              <a:t>Departamenti për Gjeodezi, Gjeoinformacion, Observimet e Tokës dhe Hapësirës</a:t>
            </a:r>
            <a:endParaRPr lang="en-US" sz="2000">
              <a:latin typeface="Times New Roman" panose="02020603050405020304" pitchFamily="18" charset="0"/>
              <a:cs typeface="Times New Roman" panose="02020603050405020304" pitchFamily="18" charset="0"/>
            </a:endParaRPr>
          </a:p>
        </p:txBody>
      </p:sp>
      <p:sp>
        <p:nvSpPr>
          <p:cNvPr id="3" name="Subtitle 2">
            <a:extLst>
              <a:ext uri="{FF2B5EF4-FFF2-40B4-BE49-F238E27FC236}">
                <a16:creationId xmlns:a16="http://schemas.microsoft.com/office/drawing/2014/main" id="{5711FE6E-1A84-4E00-90CF-E5BCAC5BB3CD}"/>
              </a:ext>
            </a:extLst>
          </p:cNvPr>
          <p:cNvSpPr>
            <a:spLocks noGrp="1"/>
          </p:cNvSpPr>
          <p:nvPr>
            <p:ph type="subTitle" idx="1"/>
          </p:nvPr>
        </p:nvSpPr>
        <p:spPr>
          <a:xfrm>
            <a:off x="653865" y="3302002"/>
            <a:ext cx="7836274" cy="2855607"/>
          </a:xfrm>
        </p:spPr>
        <p:txBody>
          <a:bodyPr>
            <a:normAutofit fontScale="32500" lnSpcReduction="20000"/>
          </a:bodyPr>
          <a:lstStyle/>
          <a:p>
            <a:br>
              <a:rPr lang="en-US" sz="2850"/>
            </a:br>
            <a:r>
              <a:rPr lang="en-US" sz="4600">
                <a:latin typeface="Times New Roman" panose="02020603050405020304" pitchFamily="18" charset="0"/>
                <a:cs typeface="Times New Roman" panose="02020603050405020304" pitchFamily="18" charset="0"/>
              </a:rPr>
              <a:t> </a:t>
            </a:r>
            <a:r>
              <a:rPr lang="sq-AL" sz="5500">
                <a:latin typeface="Times New Roman" panose="02020603050405020304" pitchFamily="18" charset="0"/>
                <a:cs typeface="Times New Roman" panose="02020603050405020304" pitchFamily="18" charset="0"/>
              </a:rPr>
              <a:t>PUNIM DIPLOME</a:t>
            </a:r>
            <a:r>
              <a:rPr lang="en-US" sz="5500">
                <a:latin typeface="Times New Roman" panose="02020603050405020304" pitchFamily="18" charset="0"/>
                <a:cs typeface="Times New Roman" panose="02020603050405020304" pitchFamily="18" charset="0"/>
              </a:rPr>
              <a:t> </a:t>
            </a:r>
          </a:p>
          <a:p>
            <a:br>
              <a:rPr lang="en-US" sz="2850"/>
            </a:br>
            <a:endParaRPr lang="en-US" sz="2850"/>
          </a:p>
          <a:p>
            <a:r>
              <a:rPr lang="sq-AL" sz="5200">
                <a:latin typeface="Times New Roman" panose="02020603050405020304" pitchFamily="18" charset="0"/>
                <a:cs typeface="Times New Roman" panose="02020603050405020304" pitchFamily="18" charset="0"/>
              </a:rPr>
              <a:t>TEMA:  Modelimi i të dhënave dhe krijimi i hartës digjitale për rrjetin e ujësjellësit</a:t>
            </a:r>
            <a:br>
              <a:rPr lang="en-US" sz="3000" b="1">
                <a:latin typeface="Times New Roman" panose="02020603050405020304" pitchFamily="18" charset="0"/>
                <a:cs typeface="Times New Roman" panose="02020603050405020304" pitchFamily="18" charset="0"/>
              </a:rPr>
            </a:br>
            <a:endParaRPr lang="en-US" sz="3000" b="1">
              <a:latin typeface="Times New Roman" panose="02020603050405020304" pitchFamily="18" charset="0"/>
              <a:cs typeface="Times New Roman" panose="02020603050405020304" pitchFamily="18" charset="0"/>
            </a:endParaRPr>
          </a:p>
          <a:p>
            <a:br>
              <a:rPr lang="en-US" b="1">
                <a:latin typeface="Times New Roman" panose="02020603050405020304" pitchFamily="18" charset="0"/>
                <a:cs typeface="Times New Roman" panose="02020603050405020304" pitchFamily="18" charset="0"/>
              </a:rPr>
            </a:br>
            <a:br>
              <a:rPr lang="en-US" b="1">
                <a:latin typeface="Times New Roman" panose="02020603050405020304" pitchFamily="18" charset="0"/>
                <a:cs typeface="Times New Roman" panose="02020603050405020304" pitchFamily="18" charset="0"/>
              </a:rPr>
            </a:br>
            <a:br>
              <a:rPr lang="en-US" b="1">
                <a:latin typeface="Times New Roman" panose="02020603050405020304" pitchFamily="18" charset="0"/>
                <a:cs typeface="Times New Roman" panose="02020603050405020304" pitchFamily="18" charset="0"/>
              </a:rPr>
            </a:br>
            <a:endParaRPr lang="en-US" b="1">
              <a:latin typeface="Times New Roman" panose="02020603050405020304" pitchFamily="18" charset="0"/>
              <a:cs typeface="Times New Roman" panose="02020603050405020304" pitchFamily="18" charset="0"/>
            </a:endParaRPr>
          </a:p>
          <a:p>
            <a:endParaRPr lang="en-US">
              <a:latin typeface="Times New Roman" panose="02020603050405020304" pitchFamily="18" charset="0"/>
              <a:cs typeface="Times New Roman" panose="02020603050405020304" pitchFamily="18" charset="0"/>
            </a:endParaRPr>
          </a:p>
          <a:p>
            <a:r>
              <a:rPr lang="en-US" sz="2475"/>
              <a:t>     </a:t>
            </a:r>
            <a:r>
              <a:rPr lang="sq-AL" sz="4300">
                <a:latin typeface="Times New Roman" panose="02020603050405020304" pitchFamily="18" charset="0"/>
                <a:cs typeface="Times New Roman" panose="02020603050405020304" pitchFamily="18" charset="0"/>
              </a:rPr>
              <a:t>KANDIDATI:</a:t>
            </a:r>
            <a:r>
              <a:rPr lang="sq-AL" sz="3700">
                <a:latin typeface="Times New Roman" panose="02020603050405020304" pitchFamily="18" charset="0"/>
                <a:cs typeface="Times New Roman" panose="02020603050405020304" pitchFamily="18" charset="0"/>
              </a:rPr>
              <a:t>	</a:t>
            </a:r>
            <a:r>
              <a:rPr lang="en-US" sz="3700">
                <a:latin typeface="Times New Roman" panose="02020603050405020304" pitchFamily="18" charset="0"/>
                <a:cs typeface="Times New Roman" panose="02020603050405020304" pitchFamily="18" charset="0"/>
              </a:rPr>
              <a:t>                                                                                                        </a:t>
            </a:r>
            <a:r>
              <a:rPr lang="sq-AL" sz="4300">
                <a:latin typeface="Times New Roman" panose="02020603050405020304" pitchFamily="18" charset="0"/>
                <a:cs typeface="Times New Roman" panose="02020603050405020304" pitchFamily="18" charset="0"/>
              </a:rPr>
              <a:t>MENTORI</a:t>
            </a:r>
            <a:r>
              <a:rPr lang="en-US" sz="4300">
                <a:latin typeface="Times New Roman" panose="02020603050405020304" pitchFamily="18" charset="0"/>
                <a:cs typeface="Times New Roman" panose="02020603050405020304" pitchFamily="18" charset="0"/>
              </a:rPr>
              <a:t>: </a:t>
            </a:r>
            <a:r>
              <a:rPr lang="sq-AL" sz="3700">
                <a:latin typeface="Times New Roman" panose="02020603050405020304" pitchFamily="18" charset="0"/>
                <a:cs typeface="Times New Roman" panose="02020603050405020304" pitchFamily="18" charset="0"/>
              </a:rPr>
              <a:t>			</a:t>
            </a:r>
            <a:r>
              <a:rPr lang="en-US" sz="3700">
                <a:latin typeface="Times New Roman" panose="02020603050405020304" pitchFamily="18" charset="0"/>
                <a:cs typeface="Times New Roman" panose="02020603050405020304" pitchFamily="18" charset="0"/>
              </a:rPr>
              <a:t> </a:t>
            </a:r>
            <a:r>
              <a:rPr lang="sq-AL" sz="3700">
                <a:latin typeface="Times New Roman" panose="02020603050405020304" pitchFamily="18" charset="0"/>
                <a:cs typeface="Times New Roman" panose="02020603050405020304" pitchFamily="18" charset="0"/>
              </a:rPr>
              <a:t>				</a:t>
            </a:r>
            <a:br>
              <a:rPr lang="en-US" sz="3700">
                <a:latin typeface="Times New Roman" panose="02020603050405020304" pitchFamily="18" charset="0"/>
                <a:cs typeface="Times New Roman" panose="02020603050405020304" pitchFamily="18" charset="0"/>
              </a:rPr>
            </a:br>
            <a:r>
              <a:rPr lang="en-US" sz="3700">
                <a:latin typeface="Times New Roman" panose="02020603050405020304" pitchFamily="18" charset="0"/>
                <a:cs typeface="Times New Roman" panose="02020603050405020304" pitchFamily="18" charset="0"/>
              </a:rPr>
              <a:t>       </a:t>
            </a:r>
            <a:r>
              <a:rPr lang="sq-AL" sz="4300">
                <a:latin typeface="Times New Roman" panose="02020603050405020304" pitchFamily="18" charset="0"/>
                <a:cs typeface="Times New Roman" panose="02020603050405020304" pitchFamily="18" charset="0"/>
              </a:rPr>
              <a:t>Valon Sejdiu         </a:t>
            </a:r>
            <a:r>
              <a:rPr lang="sq-AL" sz="3700">
                <a:latin typeface="Times New Roman" panose="02020603050405020304" pitchFamily="18" charset="0"/>
                <a:cs typeface="Times New Roman" panose="02020603050405020304" pitchFamily="18" charset="0"/>
              </a:rPr>
              <a:t>	</a:t>
            </a:r>
            <a:r>
              <a:rPr lang="en-US" sz="3700">
                <a:latin typeface="Times New Roman" panose="02020603050405020304" pitchFamily="18" charset="0"/>
                <a:cs typeface="Times New Roman" panose="02020603050405020304" pitchFamily="18" charset="0"/>
              </a:rPr>
              <a:t>                                                                                                     </a:t>
            </a:r>
            <a:r>
              <a:rPr lang="sq-AL" sz="4300">
                <a:latin typeface="Times New Roman" panose="02020603050405020304" pitchFamily="18" charset="0"/>
                <a:cs typeface="Times New Roman" panose="02020603050405020304" pitchFamily="18" charset="0"/>
              </a:rPr>
              <a:t>Prof.Ass</a:t>
            </a:r>
            <a:r>
              <a:rPr lang="en-US" sz="4300">
                <a:latin typeface="Times New Roman" panose="02020603050405020304" pitchFamily="18" charset="0"/>
                <a:cs typeface="Times New Roman" panose="02020603050405020304" pitchFamily="18" charset="0"/>
              </a:rPr>
              <a:t>t</a:t>
            </a:r>
            <a:r>
              <a:rPr lang="sq-AL" sz="4300">
                <a:latin typeface="Times New Roman" panose="02020603050405020304" pitchFamily="18" charset="0"/>
                <a:cs typeface="Times New Roman" panose="02020603050405020304" pitchFamily="18" charset="0"/>
              </a:rPr>
              <a:t>.Dr. Besim Ajvazi</a:t>
            </a:r>
            <a:br>
              <a:rPr lang="sq-AL" sz="3700" b="1">
                <a:latin typeface="Times New Roman" panose="02020603050405020304" pitchFamily="18" charset="0"/>
                <a:cs typeface="Times New Roman" panose="02020603050405020304" pitchFamily="18" charset="0"/>
              </a:rPr>
            </a:br>
            <a:r>
              <a:rPr lang="en-US" sz="3700" b="1">
                <a:latin typeface="Times New Roman" panose="02020603050405020304" pitchFamily="18" charset="0"/>
                <a:cs typeface="Times New Roman" panose="02020603050405020304" pitchFamily="18" charset="0"/>
              </a:rPr>
              <a:t>         </a:t>
            </a:r>
            <a:br>
              <a:rPr lang="sq-AL" sz="3700" b="1">
                <a:latin typeface="Times New Roman" panose="02020603050405020304" pitchFamily="18" charset="0"/>
                <a:cs typeface="Times New Roman" panose="02020603050405020304" pitchFamily="18" charset="0"/>
              </a:rPr>
            </a:br>
            <a:br>
              <a:rPr lang="sq-AL" sz="4000" b="1">
                <a:latin typeface="Times New Roman" panose="02020603050405020304" pitchFamily="18" charset="0"/>
                <a:cs typeface="Times New Roman" panose="02020603050405020304" pitchFamily="18" charset="0"/>
              </a:rPr>
            </a:br>
            <a:r>
              <a:rPr lang="sq-AL" sz="4000">
                <a:latin typeface="Times New Roman" panose="02020603050405020304" pitchFamily="18" charset="0"/>
                <a:cs typeface="Times New Roman" panose="02020603050405020304" pitchFamily="18" charset="0"/>
              </a:rPr>
              <a:t>Prishtinë, Shkurt 2026</a:t>
            </a:r>
            <a:endParaRPr lang="en-US" sz="4000">
              <a:latin typeface="Times New Roman" panose="02020603050405020304" pitchFamily="18" charset="0"/>
              <a:cs typeface="Times New Roman" panose="02020603050405020304" pitchFamily="18" charset="0"/>
            </a:endParaRPr>
          </a:p>
        </p:txBody>
      </p:sp>
      <p:pic>
        <p:nvPicPr>
          <p:cNvPr id="5" name="Picture 4">
            <a:extLst>
              <a:ext uri="{FF2B5EF4-FFF2-40B4-BE49-F238E27FC236}">
                <a16:creationId xmlns:a16="http://schemas.microsoft.com/office/drawing/2014/main" id="{3753F273-38F4-4587-BAE3-D4603776A004}"/>
              </a:ext>
            </a:extLst>
          </p:cNvPr>
          <p:cNvPicPr/>
          <p:nvPr/>
        </p:nvPicPr>
        <p:blipFill>
          <a:blip r:embed="rId2"/>
          <a:stretch>
            <a:fillRect/>
          </a:stretch>
        </p:blipFill>
        <p:spPr>
          <a:xfrm>
            <a:off x="3655722" y="198416"/>
            <a:ext cx="1832555" cy="1341198"/>
          </a:xfrm>
          <a:prstGeom prst="rect">
            <a:avLst/>
          </a:prstGeom>
        </p:spPr>
      </p:pic>
    </p:spTree>
    <p:extLst>
      <p:ext uri="{BB962C8B-B14F-4D97-AF65-F5344CB8AC3E}">
        <p14:creationId xmlns:p14="http://schemas.microsoft.com/office/powerpoint/2010/main" val="107557244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17D315-D284-43E5-8F20-D0F96629CF47}"/>
              </a:ext>
            </a:extLst>
          </p:cNvPr>
          <p:cNvSpPr>
            <a:spLocks noGrp="1"/>
          </p:cNvSpPr>
          <p:nvPr>
            <p:ph type="title"/>
          </p:nvPr>
        </p:nvSpPr>
        <p:spPr>
          <a:xfrm>
            <a:off x="2924371" y="494442"/>
            <a:ext cx="3295257" cy="426097"/>
          </a:xfrm>
        </p:spPr>
        <p:txBody>
          <a:bodyPr>
            <a:noAutofit/>
          </a:bodyPr>
          <a:lstStyle/>
          <a:p>
            <a:pPr algn="ctr"/>
            <a:r>
              <a:rPr lang="sq-AL" sz="1875" b="1" u="sng">
                <a:latin typeface="Times New Roman" panose="02020603050405020304" pitchFamily="18" charset="0"/>
                <a:cs typeface="Times New Roman" panose="02020603050405020304" pitchFamily="18" charset="0"/>
              </a:rPr>
              <a:t>Përmbajtja</a:t>
            </a:r>
            <a:r>
              <a:rPr lang="en-US" sz="1875" b="1" u="sng">
                <a:latin typeface="Times New Roman" panose="02020603050405020304" pitchFamily="18" charset="0"/>
                <a:cs typeface="Times New Roman" panose="02020603050405020304" pitchFamily="18" charset="0"/>
              </a:rPr>
              <a:t>:</a:t>
            </a:r>
            <a:endParaRPr lang="en-US" sz="1875" b="1" u="sng"/>
          </a:p>
        </p:txBody>
      </p:sp>
      <p:pic>
        <p:nvPicPr>
          <p:cNvPr id="12" name="Picture 11">
            <a:extLst>
              <a:ext uri="{FF2B5EF4-FFF2-40B4-BE49-F238E27FC236}">
                <a16:creationId xmlns:a16="http://schemas.microsoft.com/office/drawing/2014/main" id="{EB987507-9C5E-4ADB-B32F-EB12EA54B135}"/>
              </a:ext>
            </a:extLst>
          </p:cNvPr>
          <p:cNvPicPr>
            <a:picLocks noChangeAspect="1"/>
          </p:cNvPicPr>
          <p:nvPr/>
        </p:nvPicPr>
        <p:blipFill>
          <a:blip r:embed="rId2"/>
          <a:stretch>
            <a:fillRect/>
          </a:stretch>
        </p:blipFill>
        <p:spPr>
          <a:xfrm>
            <a:off x="465360" y="920539"/>
            <a:ext cx="8213280" cy="5016921"/>
          </a:xfrm>
          <a:prstGeom prst="rect">
            <a:avLst/>
          </a:prstGeom>
        </p:spPr>
      </p:pic>
    </p:spTree>
    <p:extLst>
      <p:ext uri="{BB962C8B-B14F-4D97-AF65-F5344CB8AC3E}">
        <p14:creationId xmlns:p14="http://schemas.microsoft.com/office/powerpoint/2010/main" val="5981220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81348319-E493-4D63-94FE-6735322BB15D}"/>
              </a:ext>
            </a:extLst>
          </p:cNvPr>
          <p:cNvPicPr>
            <a:picLocks noChangeAspect="1"/>
          </p:cNvPicPr>
          <p:nvPr/>
        </p:nvPicPr>
        <p:blipFill>
          <a:blip r:embed="rId2"/>
          <a:stretch>
            <a:fillRect/>
          </a:stretch>
        </p:blipFill>
        <p:spPr>
          <a:xfrm>
            <a:off x="5222449" y="3429000"/>
            <a:ext cx="3651919" cy="2772074"/>
          </a:xfrm>
          <a:prstGeom prst="rect">
            <a:avLst/>
          </a:prstGeom>
          <a:effectLst>
            <a:glow>
              <a:schemeClr val="accent1">
                <a:alpha val="50000"/>
              </a:schemeClr>
            </a:glow>
            <a:innerShdw blurRad="63500" dist="50800" dir="16200000">
              <a:prstClr val="black">
                <a:alpha val="50000"/>
              </a:prstClr>
            </a:innerShdw>
            <a:reflection endPos="0" dist="50800" dir="5400000" sy="-100000" algn="bl" rotWithShape="0"/>
            <a:softEdge rad="571500"/>
          </a:effectLst>
        </p:spPr>
      </p:pic>
      <p:sp>
        <p:nvSpPr>
          <p:cNvPr id="2" name="Title 1">
            <a:extLst>
              <a:ext uri="{FF2B5EF4-FFF2-40B4-BE49-F238E27FC236}">
                <a16:creationId xmlns:a16="http://schemas.microsoft.com/office/drawing/2014/main" id="{036B79D6-B332-4A1B-BC91-0183BEA81261}"/>
              </a:ext>
            </a:extLst>
          </p:cNvPr>
          <p:cNvSpPr>
            <a:spLocks noGrp="1"/>
          </p:cNvSpPr>
          <p:nvPr>
            <p:ph type="title"/>
          </p:nvPr>
        </p:nvSpPr>
        <p:spPr>
          <a:xfrm>
            <a:off x="628650" y="744597"/>
            <a:ext cx="7886700" cy="390746"/>
          </a:xfrm>
        </p:spPr>
        <p:txBody>
          <a:bodyPr>
            <a:normAutofit/>
          </a:bodyPr>
          <a:lstStyle/>
          <a:p>
            <a:r>
              <a:rPr lang="en-US" sz="1875" b="1" i="1" u="sng" err="1">
                <a:latin typeface="Times New Roman" panose="02020603050405020304" pitchFamily="18" charset="0"/>
                <a:cs typeface="Times New Roman" panose="02020603050405020304" pitchFamily="18" charset="0"/>
              </a:rPr>
              <a:t>Pjesa</a:t>
            </a:r>
            <a:r>
              <a:rPr lang="en-US" sz="1875" b="1" i="1" u="sng">
                <a:latin typeface="Times New Roman" panose="02020603050405020304" pitchFamily="18" charset="0"/>
                <a:cs typeface="Times New Roman" panose="02020603050405020304" pitchFamily="18" charset="0"/>
              </a:rPr>
              <a:t> e </a:t>
            </a:r>
            <a:r>
              <a:rPr lang="en-US" sz="1875" b="1" i="1" u="sng" err="1">
                <a:latin typeface="Times New Roman" panose="02020603050405020304" pitchFamily="18" charset="0"/>
                <a:cs typeface="Times New Roman" panose="02020603050405020304" pitchFamily="18" charset="0"/>
              </a:rPr>
              <a:t>parë</a:t>
            </a:r>
            <a:endParaRPr lang="en-US" sz="1875" b="1" i="1" u="sng">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8A18A76F-FC55-444F-BF8C-E8B71EDE9ADD}"/>
              </a:ext>
            </a:extLst>
          </p:cNvPr>
          <p:cNvSpPr>
            <a:spLocks noGrp="1"/>
          </p:cNvSpPr>
          <p:nvPr>
            <p:ph idx="1"/>
          </p:nvPr>
        </p:nvSpPr>
        <p:spPr>
          <a:xfrm>
            <a:off x="628650" y="1261113"/>
            <a:ext cx="7886700" cy="3770170"/>
          </a:xfrm>
        </p:spPr>
        <p:txBody>
          <a:bodyPr>
            <a:normAutofit lnSpcReduction="10000"/>
          </a:bodyPr>
          <a:lstStyle/>
          <a:p>
            <a:pPr marL="0" indent="0">
              <a:buNone/>
            </a:pPr>
            <a:r>
              <a:rPr lang="en-US" sz="2000">
                <a:latin typeface="Times New Roman" panose="02020603050405020304" pitchFamily="18" charset="0"/>
                <a:cs typeface="Times New Roman" panose="02020603050405020304" pitchFamily="18" charset="0"/>
              </a:rPr>
              <a:t>1.Problematika e </a:t>
            </a:r>
            <a:r>
              <a:rPr lang="en-US" sz="2000" err="1">
                <a:latin typeface="Times New Roman" panose="02020603050405020304" pitchFamily="18" charset="0"/>
                <a:cs typeface="Times New Roman" panose="02020603050405020304" pitchFamily="18" charset="0"/>
              </a:rPr>
              <a:t>menaxhimit</a:t>
            </a:r>
            <a:r>
              <a:rPr lang="en-US" sz="2000">
                <a:latin typeface="Times New Roman" panose="02020603050405020304" pitchFamily="18" charset="0"/>
                <a:cs typeface="Times New Roman" panose="02020603050405020304" pitchFamily="18" charset="0"/>
              </a:rPr>
              <a:t> </a:t>
            </a:r>
            <a:r>
              <a:rPr lang="en-US" sz="2000" err="1">
                <a:latin typeface="Times New Roman" panose="02020603050405020304" pitchFamily="18" charset="0"/>
                <a:cs typeface="Times New Roman" panose="02020603050405020304" pitchFamily="18" charset="0"/>
              </a:rPr>
              <a:t>të</a:t>
            </a:r>
            <a:r>
              <a:rPr lang="en-US" sz="2000">
                <a:latin typeface="Times New Roman" panose="02020603050405020304" pitchFamily="18" charset="0"/>
                <a:cs typeface="Times New Roman" panose="02020603050405020304" pitchFamily="18" charset="0"/>
              </a:rPr>
              <a:t> </a:t>
            </a:r>
            <a:r>
              <a:rPr lang="en-US" sz="2000" err="1">
                <a:latin typeface="Times New Roman" panose="02020603050405020304" pitchFamily="18" charset="0"/>
                <a:cs typeface="Times New Roman" panose="02020603050405020304" pitchFamily="18" charset="0"/>
              </a:rPr>
              <a:t>ujësjellësve</a:t>
            </a:r>
            <a:r>
              <a:rPr lang="en-US" sz="2000">
                <a:latin typeface="Times New Roman" panose="02020603050405020304" pitchFamily="18" charset="0"/>
                <a:cs typeface="Times New Roman" panose="02020603050405020304" pitchFamily="18" charset="0"/>
              </a:rPr>
              <a:t>:</a:t>
            </a:r>
            <a:br>
              <a:rPr lang="en-US" sz="2000">
                <a:latin typeface="Times New Roman" panose="02020603050405020304" pitchFamily="18" charset="0"/>
                <a:cs typeface="Times New Roman" panose="02020603050405020304" pitchFamily="18" charset="0"/>
              </a:rPr>
            </a:br>
            <a:br>
              <a:rPr lang="en-US" sz="2000">
                <a:latin typeface="Times New Roman" panose="02020603050405020304" pitchFamily="18" charset="0"/>
                <a:cs typeface="Times New Roman" panose="02020603050405020304" pitchFamily="18" charset="0"/>
              </a:rPr>
            </a:br>
            <a:r>
              <a:rPr lang="en-US" sz="2000" err="1">
                <a:latin typeface="Times New Roman" panose="02020603050405020304" pitchFamily="18" charset="0"/>
                <a:cs typeface="Times New Roman" panose="02020603050405020304" pitchFamily="18" charset="0"/>
              </a:rPr>
              <a:t>Menaxhimi</a:t>
            </a:r>
            <a:r>
              <a:rPr lang="en-US" sz="2000">
                <a:latin typeface="Times New Roman" panose="02020603050405020304" pitchFamily="18" charset="0"/>
                <a:cs typeface="Times New Roman" panose="02020603050405020304" pitchFamily="18" charset="0"/>
              </a:rPr>
              <a:t> </a:t>
            </a:r>
            <a:r>
              <a:rPr lang="en-US" sz="2000" err="1">
                <a:latin typeface="Times New Roman" panose="02020603050405020304" pitchFamily="18" charset="0"/>
                <a:cs typeface="Times New Roman" panose="02020603050405020304" pitchFamily="18" charset="0"/>
              </a:rPr>
              <a:t>tradicional</a:t>
            </a:r>
            <a:r>
              <a:rPr lang="en-US" sz="2000">
                <a:latin typeface="Times New Roman" panose="02020603050405020304" pitchFamily="18" charset="0"/>
                <a:cs typeface="Times New Roman" panose="02020603050405020304" pitchFamily="18" charset="0"/>
              </a:rPr>
              <a:t> </a:t>
            </a:r>
            <a:r>
              <a:rPr lang="en-US" sz="2000" err="1">
                <a:latin typeface="Times New Roman" panose="02020603050405020304" pitchFamily="18" charset="0"/>
                <a:cs typeface="Times New Roman" panose="02020603050405020304" pitchFamily="18" charset="0"/>
              </a:rPr>
              <a:t>bazohet</a:t>
            </a:r>
            <a:r>
              <a:rPr lang="en-US" sz="2000">
                <a:latin typeface="Times New Roman" panose="02020603050405020304" pitchFamily="18" charset="0"/>
                <a:cs typeface="Times New Roman" panose="02020603050405020304" pitchFamily="18" charset="0"/>
              </a:rPr>
              <a:t> </a:t>
            </a:r>
            <a:r>
              <a:rPr lang="en-US" sz="2000" err="1">
                <a:latin typeface="Times New Roman" panose="02020603050405020304" pitchFamily="18" charset="0"/>
                <a:cs typeface="Times New Roman" panose="02020603050405020304" pitchFamily="18" charset="0"/>
              </a:rPr>
              <a:t>në</a:t>
            </a:r>
            <a:r>
              <a:rPr lang="en-US" sz="2000">
                <a:latin typeface="Times New Roman" panose="02020603050405020304" pitchFamily="18" charset="0"/>
                <a:cs typeface="Times New Roman" panose="02020603050405020304" pitchFamily="18" charset="0"/>
              </a:rPr>
              <a:t> </a:t>
            </a:r>
            <a:r>
              <a:rPr lang="en-US" sz="2000" err="1">
                <a:latin typeface="Times New Roman" panose="02020603050405020304" pitchFamily="18" charset="0"/>
                <a:cs typeface="Times New Roman" panose="02020603050405020304" pitchFamily="18" charset="0"/>
              </a:rPr>
              <a:t>dokumentacion</a:t>
            </a:r>
            <a:r>
              <a:rPr lang="en-US" sz="2000">
                <a:latin typeface="Times New Roman" panose="02020603050405020304" pitchFamily="18" charset="0"/>
                <a:cs typeface="Times New Roman" panose="02020603050405020304" pitchFamily="18" charset="0"/>
              </a:rPr>
              <a:t> analog </a:t>
            </a:r>
            <a:r>
              <a:rPr lang="en-US" sz="2000" err="1">
                <a:latin typeface="Times New Roman" panose="02020603050405020304" pitchFamily="18" charset="0"/>
                <a:cs typeface="Times New Roman" panose="02020603050405020304" pitchFamily="18" charset="0"/>
              </a:rPr>
              <a:t>dhe</a:t>
            </a:r>
            <a:r>
              <a:rPr lang="en-US" sz="2000">
                <a:latin typeface="Times New Roman" panose="02020603050405020304" pitchFamily="18" charset="0"/>
                <a:cs typeface="Times New Roman" panose="02020603050405020304" pitchFamily="18" charset="0"/>
              </a:rPr>
              <a:t> </a:t>
            </a:r>
            <a:r>
              <a:rPr lang="en-US" sz="2000" err="1">
                <a:latin typeface="Times New Roman" panose="02020603050405020304" pitchFamily="18" charset="0"/>
                <a:cs typeface="Times New Roman" panose="02020603050405020304" pitchFamily="18" charset="0"/>
              </a:rPr>
              <a:t>harta</a:t>
            </a:r>
            <a:r>
              <a:rPr lang="en-US" sz="2000">
                <a:latin typeface="Times New Roman" panose="02020603050405020304" pitchFamily="18" charset="0"/>
                <a:cs typeface="Times New Roman" panose="02020603050405020304" pitchFamily="18" charset="0"/>
              </a:rPr>
              <a:t> </a:t>
            </a:r>
            <a:r>
              <a:rPr lang="en-US" sz="2000" err="1">
                <a:latin typeface="Times New Roman" panose="02020603050405020304" pitchFamily="18" charset="0"/>
                <a:cs typeface="Times New Roman" panose="02020603050405020304" pitchFamily="18" charset="0"/>
              </a:rPr>
              <a:t>të</a:t>
            </a:r>
            <a:r>
              <a:rPr lang="en-US" sz="2000">
                <a:latin typeface="Times New Roman" panose="02020603050405020304" pitchFamily="18" charset="0"/>
                <a:cs typeface="Times New Roman" panose="02020603050405020304" pitchFamily="18" charset="0"/>
              </a:rPr>
              <a:t> vjetruara.</a:t>
            </a:r>
            <a:br>
              <a:rPr lang="en-US" sz="2000">
                <a:latin typeface="Times New Roman" panose="02020603050405020304" pitchFamily="18" charset="0"/>
                <a:cs typeface="Times New Roman" panose="02020603050405020304" pitchFamily="18" charset="0"/>
              </a:rPr>
            </a:br>
            <a:r>
              <a:rPr lang="en-US" sz="2000" err="1">
                <a:latin typeface="Times New Roman" panose="02020603050405020304" pitchFamily="18" charset="0"/>
                <a:cs typeface="Times New Roman" panose="02020603050405020304" pitchFamily="18" charset="0"/>
              </a:rPr>
              <a:t>Baza</a:t>
            </a:r>
            <a:r>
              <a:rPr lang="en-US" sz="2000">
                <a:latin typeface="Times New Roman" panose="02020603050405020304" pitchFamily="18" charset="0"/>
                <a:cs typeface="Times New Roman" panose="02020603050405020304" pitchFamily="18" charset="0"/>
              </a:rPr>
              <a:t> </a:t>
            </a:r>
            <a:r>
              <a:rPr lang="en-US" sz="2000" err="1">
                <a:latin typeface="Times New Roman" panose="02020603050405020304" pitchFamily="18" charset="0"/>
                <a:cs typeface="Times New Roman" panose="02020603050405020304" pitchFamily="18" charset="0"/>
              </a:rPr>
              <a:t>të</a:t>
            </a:r>
            <a:r>
              <a:rPr lang="en-US" sz="2000">
                <a:latin typeface="Times New Roman" panose="02020603050405020304" pitchFamily="18" charset="0"/>
                <a:cs typeface="Times New Roman" panose="02020603050405020304" pitchFamily="18" charset="0"/>
              </a:rPr>
              <a:t> </a:t>
            </a:r>
            <a:r>
              <a:rPr lang="en-US" sz="2000" err="1">
                <a:latin typeface="Times New Roman" panose="02020603050405020304" pitchFamily="18" charset="0"/>
                <a:cs typeface="Times New Roman" panose="02020603050405020304" pitchFamily="18" charset="0"/>
              </a:rPr>
              <a:t>dhënash</a:t>
            </a:r>
            <a:r>
              <a:rPr lang="en-US" sz="2000">
                <a:latin typeface="Times New Roman" panose="02020603050405020304" pitchFamily="18" charset="0"/>
                <a:cs typeface="Times New Roman" panose="02020603050405020304" pitchFamily="18" charset="0"/>
              </a:rPr>
              <a:t> </a:t>
            </a:r>
            <a:r>
              <a:rPr lang="en-US" sz="2000" err="1">
                <a:latin typeface="Times New Roman" panose="02020603050405020304" pitchFamily="18" charset="0"/>
                <a:cs typeface="Times New Roman" panose="02020603050405020304" pitchFamily="18" charset="0"/>
              </a:rPr>
              <a:t>të</a:t>
            </a:r>
            <a:r>
              <a:rPr lang="en-US" sz="2000">
                <a:latin typeface="Times New Roman" panose="02020603050405020304" pitchFamily="18" charset="0"/>
                <a:cs typeface="Times New Roman" panose="02020603050405020304" pitchFamily="18" charset="0"/>
              </a:rPr>
              <a:t> </a:t>
            </a:r>
            <a:r>
              <a:rPr lang="en-US" sz="2000" err="1">
                <a:latin typeface="Times New Roman" panose="02020603050405020304" pitchFamily="18" charset="0"/>
                <a:cs typeface="Times New Roman" panose="02020603050405020304" pitchFamily="18" charset="0"/>
              </a:rPr>
              <a:t>fragmentuara</a:t>
            </a:r>
            <a:r>
              <a:rPr lang="en-US" sz="2000">
                <a:latin typeface="Times New Roman" panose="02020603050405020304" pitchFamily="18" charset="0"/>
                <a:cs typeface="Times New Roman" panose="02020603050405020304" pitchFamily="18" charset="0"/>
              </a:rPr>
              <a:t> </a:t>
            </a:r>
            <a:r>
              <a:rPr lang="en-US" sz="2000" err="1">
                <a:latin typeface="Times New Roman" panose="02020603050405020304" pitchFamily="18" charset="0"/>
                <a:cs typeface="Times New Roman" panose="02020603050405020304" pitchFamily="18" charset="0"/>
              </a:rPr>
              <a:t>dhe</a:t>
            </a:r>
            <a:r>
              <a:rPr lang="en-US" sz="2000">
                <a:latin typeface="Times New Roman" panose="02020603050405020304" pitchFamily="18" charset="0"/>
                <a:cs typeface="Times New Roman" panose="02020603050405020304" pitchFamily="18" charset="0"/>
              </a:rPr>
              <a:t> </a:t>
            </a:r>
            <a:r>
              <a:rPr lang="en-US" sz="2000" err="1">
                <a:latin typeface="Times New Roman" panose="02020603050405020304" pitchFamily="18" charset="0"/>
                <a:cs typeface="Times New Roman" panose="02020603050405020304" pitchFamily="18" charset="0"/>
              </a:rPr>
              <a:t>mungesë</a:t>
            </a:r>
            <a:r>
              <a:rPr lang="en-US" sz="2000">
                <a:latin typeface="Times New Roman" panose="02020603050405020304" pitchFamily="18" charset="0"/>
                <a:cs typeface="Times New Roman" panose="02020603050405020304" pitchFamily="18" charset="0"/>
              </a:rPr>
              <a:t> integrimi. </a:t>
            </a:r>
            <a:br>
              <a:rPr lang="en-US" sz="2000">
                <a:latin typeface="Times New Roman" panose="02020603050405020304" pitchFamily="18" charset="0"/>
                <a:cs typeface="Times New Roman" panose="02020603050405020304" pitchFamily="18" charset="0"/>
              </a:rPr>
            </a:br>
            <a:r>
              <a:rPr lang="en-US" sz="2000" err="1">
                <a:latin typeface="Times New Roman" panose="02020603050405020304" pitchFamily="18" charset="0"/>
                <a:cs typeface="Times New Roman" panose="02020603050405020304" pitchFamily="18" charset="0"/>
              </a:rPr>
              <a:t>Vështirësi</a:t>
            </a:r>
            <a:r>
              <a:rPr lang="en-US" sz="2000">
                <a:latin typeface="Times New Roman" panose="02020603050405020304" pitchFamily="18" charset="0"/>
                <a:cs typeface="Times New Roman" panose="02020603050405020304" pitchFamily="18" charset="0"/>
              </a:rPr>
              <a:t> </a:t>
            </a:r>
            <a:r>
              <a:rPr lang="en-US" sz="2000" err="1">
                <a:latin typeface="Times New Roman" panose="02020603050405020304" pitchFamily="18" charset="0"/>
                <a:cs typeface="Times New Roman" panose="02020603050405020304" pitchFamily="18" charset="0"/>
              </a:rPr>
              <a:t>në</a:t>
            </a:r>
            <a:r>
              <a:rPr lang="en-US" sz="2000">
                <a:latin typeface="Times New Roman" panose="02020603050405020304" pitchFamily="18" charset="0"/>
                <a:cs typeface="Times New Roman" panose="02020603050405020304" pitchFamily="18" charset="0"/>
              </a:rPr>
              <a:t> </a:t>
            </a:r>
            <a:r>
              <a:rPr lang="en-US" sz="2000" err="1">
                <a:latin typeface="Times New Roman" panose="02020603050405020304" pitchFamily="18" charset="0"/>
                <a:cs typeface="Times New Roman" panose="02020603050405020304" pitchFamily="18" charset="0"/>
              </a:rPr>
              <a:t>monitorimin</a:t>
            </a:r>
            <a:r>
              <a:rPr lang="en-US" sz="2000">
                <a:latin typeface="Times New Roman" panose="02020603050405020304" pitchFamily="18" charset="0"/>
                <a:cs typeface="Times New Roman" panose="02020603050405020304" pitchFamily="18" charset="0"/>
              </a:rPr>
              <a:t> e </a:t>
            </a:r>
            <a:r>
              <a:rPr lang="en-US" sz="2000" err="1">
                <a:latin typeface="Times New Roman" panose="02020603050405020304" pitchFamily="18" charset="0"/>
                <a:cs typeface="Times New Roman" panose="02020603050405020304" pitchFamily="18" charset="0"/>
              </a:rPr>
              <a:t>rrjetit</a:t>
            </a:r>
            <a:r>
              <a:rPr lang="en-US" sz="2000">
                <a:latin typeface="Times New Roman" panose="02020603050405020304" pitchFamily="18" charset="0"/>
                <a:cs typeface="Times New Roman" panose="02020603050405020304" pitchFamily="18" charset="0"/>
              </a:rPr>
              <a:t> </a:t>
            </a:r>
            <a:r>
              <a:rPr lang="en-US" sz="2000" err="1">
                <a:latin typeface="Times New Roman" panose="02020603050405020304" pitchFamily="18" charset="0"/>
                <a:cs typeface="Times New Roman" panose="02020603050405020304" pitchFamily="18" charset="0"/>
              </a:rPr>
              <a:t>dhe</a:t>
            </a:r>
            <a:r>
              <a:rPr lang="en-US" sz="2000">
                <a:latin typeface="Times New Roman" panose="02020603050405020304" pitchFamily="18" charset="0"/>
                <a:cs typeface="Times New Roman" panose="02020603050405020304" pitchFamily="18" charset="0"/>
              </a:rPr>
              <a:t> </a:t>
            </a:r>
            <a:r>
              <a:rPr lang="en-US" sz="2000" err="1">
                <a:latin typeface="Times New Roman" panose="02020603050405020304" pitchFamily="18" charset="0"/>
                <a:cs typeface="Times New Roman" panose="02020603050405020304" pitchFamily="18" charset="0"/>
              </a:rPr>
              <a:t>identifikimin</a:t>
            </a:r>
            <a:r>
              <a:rPr lang="en-US" sz="2000">
                <a:latin typeface="Times New Roman" panose="02020603050405020304" pitchFamily="18" charset="0"/>
                <a:cs typeface="Times New Roman" panose="02020603050405020304" pitchFamily="18" charset="0"/>
              </a:rPr>
              <a:t> e </a:t>
            </a:r>
            <a:r>
              <a:rPr lang="en-US" sz="2000" err="1">
                <a:latin typeface="Times New Roman" panose="02020603050405020304" pitchFamily="18" charset="0"/>
                <a:cs typeface="Times New Roman" panose="02020603050405020304" pitchFamily="18" charset="0"/>
              </a:rPr>
              <a:t>defekteve</a:t>
            </a:r>
            <a:r>
              <a:rPr lang="en-US" sz="2000">
                <a:latin typeface="Times New Roman" panose="02020603050405020304" pitchFamily="18" charset="0"/>
                <a:cs typeface="Times New Roman" panose="02020603050405020304" pitchFamily="18" charset="0"/>
              </a:rPr>
              <a:t>.</a:t>
            </a:r>
            <a:br>
              <a:rPr lang="en-US" sz="2000">
                <a:latin typeface="Times New Roman" panose="02020603050405020304" pitchFamily="18" charset="0"/>
                <a:cs typeface="Times New Roman" panose="02020603050405020304" pitchFamily="18" charset="0"/>
              </a:rPr>
            </a:br>
            <a:r>
              <a:rPr lang="en-US" sz="2000">
                <a:latin typeface="Times New Roman" panose="02020603050405020304" pitchFamily="18" charset="0"/>
                <a:cs typeface="Times New Roman" panose="02020603050405020304" pitchFamily="18" charset="0"/>
              </a:rPr>
              <a:t> </a:t>
            </a:r>
          </a:p>
          <a:p>
            <a:pPr marL="0" indent="0">
              <a:buNone/>
            </a:pPr>
            <a:br>
              <a:rPr lang="en-US" sz="2000">
                <a:latin typeface="Times New Roman" panose="02020603050405020304" pitchFamily="18" charset="0"/>
                <a:cs typeface="Times New Roman" panose="02020603050405020304" pitchFamily="18" charset="0"/>
              </a:rPr>
            </a:br>
            <a:r>
              <a:rPr lang="en-US" sz="2000" err="1">
                <a:latin typeface="Times New Roman" panose="02020603050405020304" pitchFamily="18" charset="0"/>
                <a:cs typeface="Times New Roman" panose="02020603050405020304" pitchFamily="18" charset="0"/>
              </a:rPr>
              <a:t>Humbjet</a:t>
            </a:r>
            <a:r>
              <a:rPr lang="en-US" sz="2000">
                <a:latin typeface="Times New Roman" panose="02020603050405020304" pitchFamily="18" charset="0"/>
                <a:cs typeface="Times New Roman" panose="02020603050405020304" pitchFamily="18" charset="0"/>
              </a:rPr>
              <a:t> e </a:t>
            </a:r>
            <a:r>
              <a:rPr lang="en-US" sz="2000" err="1">
                <a:latin typeface="Times New Roman" panose="02020603050405020304" pitchFamily="18" charset="0"/>
                <a:cs typeface="Times New Roman" panose="02020603050405020304" pitchFamily="18" charset="0"/>
              </a:rPr>
              <a:t>ujit</a:t>
            </a:r>
            <a:r>
              <a:rPr lang="en-US" sz="2000">
                <a:latin typeface="Times New Roman" panose="02020603050405020304" pitchFamily="18" charset="0"/>
                <a:cs typeface="Times New Roman" panose="02020603050405020304" pitchFamily="18" charset="0"/>
              </a:rPr>
              <a:t>:</a:t>
            </a:r>
            <a:br>
              <a:rPr lang="en-US" sz="2000">
                <a:latin typeface="Times New Roman" panose="02020603050405020304" pitchFamily="18" charset="0"/>
                <a:cs typeface="Times New Roman" panose="02020603050405020304" pitchFamily="18" charset="0"/>
              </a:rPr>
            </a:br>
            <a:br>
              <a:rPr lang="en-US" sz="2000">
                <a:latin typeface="Times New Roman" panose="02020603050405020304" pitchFamily="18" charset="0"/>
                <a:cs typeface="Times New Roman" panose="02020603050405020304" pitchFamily="18" charset="0"/>
              </a:rPr>
            </a:br>
            <a:r>
              <a:rPr lang="en-US" sz="2000">
                <a:latin typeface="Times New Roman" panose="02020603050405020304" pitchFamily="18" charset="0"/>
                <a:cs typeface="Times New Roman" panose="02020603050405020304" pitchFamily="18" charset="0"/>
              </a:rPr>
              <a:t>Teknike - </a:t>
            </a:r>
            <a:r>
              <a:rPr lang="en-US" sz="2000" err="1">
                <a:latin typeface="Times New Roman" panose="02020603050405020304" pitchFamily="18" charset="0"/>
                <a:cs typeface="Times New Roman" panose="02020603050405020304" pitchFamily="18" charset="0"/>
              </a:rPr>
              <a:t>rrjedhje</a:t>
            </a:r>
            <a:r>
              <a:rPr lang="en-US" sz="2000">
                <a:latin typeface="Times New Roman" panose="02020603050405020304" pitchFamily="18" charset="0"/>
                <a:cs typeface="Times New Roman" panose="02020603050405020304" pitchFamily="18" charset="0"/>
              </a:rPr>
              <a:t> </a:t>
            </a:r>
            <a:r>
              <a:rPr lang="en-US" sz="2000" err="1">
                <a:latin typeface="Times New Roman" panose="02020603050405020304" pitchFamily="18" charset="0"/>
                <a:cs typeface="Times New Roman" panose="02020603050405020304" pitchFamily="18" charset="0"/>
              </a:rPr>
              <a:t>në</a:t>
            </a:r>
            <a:r>
              <a:rPr lang="en-US" sz="2000">
                <a:latin typeface="Times New Roman" panose="02020603050405020304" pitchFamily="18" charset="0"/>
                <a:cs typeface="Times New Roman" panose="02020603050405020304" pitchFamily="18" charset="0"/>
              </a:rPr>
              <a:t> </a:t>
            </a:r>
            <a:r>
              <a:rPr lang="en-US" sz="2000" err="1">
                <a:latin typeface="Times New Roman" panose="02020603050405020304" pitchFamily="18" charset="0"/>
                <a:cs typeface="Times New Roman" panose="02020603050405020304" pitchFamily="18" charset="0"/>
              </a:rPr>
              <a:t>gypa</a:t>
            </a:r>
            <a:r>
              <a:rPr lang="en-US" sz="2000">
                <a:latin typeface="Times New Roman" panose="02020603050405020304" pitchFamily="18" charset="0"/>
                <a:cs typeface="Times New Roman" panose="02020603050405020304" pitchFamily="18" charset="0"/>
              </a:rPr>
              <a:t>, </a:t>
            </a:r>
            <a:r>
              <a:rPr lang="en-US" sz="2000" err="1">
                <a:latin typeface="Times New Roman" panose="02020603050405020304" pitchFamily="18" charset="0"/>
                <a:cs typeface="Times New Roman" panose="02020603050405020304" pitchFamily="18" charset="0"/>
              </a:rPr>
              <a:t>nyje</a:t>
            </a:r>
            <a:r>
              <a:rPr lang="en-US" sz="2000">
                <a:latin typeface="Times New Roman" panose="02020603050405020304" pitchFamily="18" charset="0"/>
                <a:cs typeface="Times New Roman" panose="02020603050405020304" pitchFamily="18" charset="0"/>
              </a:rPr>
              <a:t> </a:t>
            </a:r>
            <a:r>
              <a:rPr lang="en-US" sz="2000" err="1">
                <a:latin typeface="Times New Roman" panose="02020603050405020304" pitchFamily="18" charset="0"/>
                <a:cs typeface="Times New Roman" panose="02020603050405020304" pitchFamily="18" charset="0"/>
              </a:rPr>
              <a:t>dhe</a:t>
            </a:r>
            <a:r>
              <a:rPr lang="en-US" sz="2000">
                <a:latin typeface="Times New Roman" panose="02020603050405020304" pitchFamily="18" charset="0"/>
                <a:cs typeface="Times New Roman" panose="02020603050405020304" pitchFamily="18" charset="0"/>
              </a:rPr>
              <a:t> </a:t>
            </a:r>
            <a:r>
              <a:rPr lang="en-US" sz="2000" err="1">
                <a:latin typeface="Times New Roman" panose="02020603050405020304" pitchFamily="18" charset="0"/>
                <a:cs typeface="Times New Roman" panose="02020603050405020304" pitchFamily="18" charset="0"/>
              </a:rPr>
              <a:t>valvula</a:t>
            </a:r>
            <a:r>
              <a:rPr lang="en-US" sz="2000">
                <a:latin typeface="Times New Roman" panose="02020603050405020304" pitchFamily="18" charset="0"/>
                <a:cs typeface="Times New Roman" panose="02020603050405020304" pitchFamily="18" charset="0"/>
              </a:rPr>
              <a:t> .</a:t>
            </a:r>
            <a:br>
              <a:rPr lang="en-US" sz="2000">
                <a:latin typeface="Times New Roman" panose="02020603050405020304" pitchFamily="18" charset="0"/>
                <a:cs typeface="Times New Roman" panose="02020603050405020304" pitchFamily="18" charset="0"/>
              </a:rPr>
            </a:br>
            <a:r>
              <a:rPr lang="en-US" sz="2000" err="1">
                <a:latin typeface="Times New Roman" panose="02020603050405020304" pitchFamily="18" charset="0"/>
                <a:cs typeface="Times New Roman" panose="02020603050405020304" pitchFamily="18" charset="0"/>
              </a:rPr>
              <a:t>Komerciale</a:t>
            </a:r>
            <a:r>
              <a:rPr lang="en-US" sz="2000">
                <a:latin typeface="Times New Roman" panose="02020603050405020304" pitchFamily="18" charset="0"/>
                <a:cs typeface="Times New Roman" panose="02020603050405020304" pitchFamily="18" charset="0"/>
              </a:rPr>
              <a:t> - </a:t>
            </a:r>
            <a:r>
              <a:rPr lang="en-US" sz="2000" err="1">
                <a:latin typeface="Times New Roman" panose="02020603050405020304" pitchFamily="18" charset="0"/>
                <a:cs typeface="Times New Roman" panose="02020603050405020304" pitchFamily="18" charset="0"/>
              </a:rPr>
              <a:t>lidhje</a:t>
            </a:r>
            <a:r>
              <a:rPr lang="en-US" sz="2000">
                <a:latin typeface="Times New Roman" panose="02020603050405020304" pitchFamily="18" charset="0"/>
                <a:cs typeface="Times New Roman" panose="02020603050405020304" pitchFamily="18" charset="0"/>
              </a:rPr>
              <a:t> </a:t>
            </a:r>
            <a:r>
              <a:rPr lang="en-US" sz="2000" err="1">
                <a:latin typeface="Times New Roman" panose="02020603050405020304" pitchFamily="18" charset="0"/>
                <a:cs typeface="Times New Roman" panose="02020603050405020304" pitchFamily="18" charset="0"/>
              </a:rPr>
              <a:t>ilegale</a:t>
            </a:r>
            <a:r>
              <a:rPr lang="en-US" sz="2000">
                <a:latin typeface="Times New Roman" panose="02020603050405020304" pitchFamily="18" charset="0"/>
                <a:cs typeface="Times New Roman" panose="02020603050405020304" pitchFamily="18" charset="0"/>
              </a:rPr>
              <a:t>, </a:t>
            </a:r>
            <a:r>
              <a:rPr lang="en-US" sz="2000" err="1">
                <a:latin typeface="Times New Roman" panose="02020603050405020304" pitchFamily="18" charset="0"/>
                <a:cs typeface="Times New Roman" panose="02020603050405020304" pitchFamily="18" charset="0"/>
              </a:rPr>
              <a:t>matje</a:t>
            </a:r>
            <a:r>
              <a:rPr lang="en-US" sz="2000">
                <a:latin typeface="Times New Roman" panose="02020603050405020304" pitchFamily="18" charset="0"/>
                <a:cs typeface="Times New Roman" panose="02020603050405020304" pitchFamily="18" charset="0"/>
              </a:rPr>
              <a:t> jo </a:t>
            </a:r>
            <a:r>
              <a:rPr lang="en-US" sz="2000" err="1">
                <a:latin typeface="Times New Roman" panose="02020603050405020304" pitchFamily="18" charset="0"/>
                <a:cs typeface="Times New Roman" panose="02020603050405020304" pitchFamily="18" charset="0"/>
              </a:rPr>
              <a:t>të</a:t>
            </a:r>
            <a:r>
              <a:rPr lang="en-US" sz="2000">
                <a:latin typeface="Times New Roman" panose="02020603050405020304" pitchFamily="18" charset="0"/>
                <a:cs typeface="Times New Roman" panose="02020603050405020304" pitchFamily="18" charset="0"/>
              </a:rPr>
              <a:t> </a:t>
            </a:r>
            <a:r>
              <a:rPr lang="en-US" sz="2000" err="1">
                <a:latin typeface="Times New Roman" panose="02020603050405020304" pitchFamily="18" charset="0"/>
                <a:cs typeface="Times New Roman" panose="02020603050405020304" pitchFamily="18" charset="0"/>
              </a:rPr>
              <a:t>sakta</a:t>
            </a:r>
            <a:r>
              <a:rPr lang="en-US" sz="2000">
                <a:latin typeface="Times New Roman" panose="02020603050405020304" pitchFamily="18" charset="0"/>
                <a:cs typeface="Times New Roman" panose="02020603050405020304" pitchFamily="18" charset="0"/>
              </a:rPr>
              <a:t>, </a:t>
            </a:r>
            <a:r>
              <a:rPr lang="en-US" sz="2000" err="1">
                <a:latin typeface="Times New Roman" panose="02020603050405020304" pitchFamily="18" charset="0"/>
                <a:cs typeface="Times New Roman" panose="02020603050405020304" pitchFamily="18" charset="0"/>
              </a:rPr>
              <a:t>mungesë</a:t>
            </a:r>
            <a:r>
              <a:rPr lang="en-US" sz="2000">
                <a:latin typeface="Times New Roman" panose="02020603050405020304" pitchFamily="18" charset="0"/>
                <a:cs typeface="Times New Roman" panose="02020603050405020304" pitchFamily="18" charset="0"/>
              </a:rPr>
              <a:t> </a:t>
            </a:r>
            <a:r>
              <a:rPr lang="en-US" sz="2000" err="1">
                <a:latin typeface="Times New Roman" panose="02020603050405020304" pitchFamily="18" charset="0"/>
                <a:cs typeface="Times New Roman" panose="02020603050405020304" pitchFamily="18" charset="0"/>
              </a:rPr>
              <a:t>inkasimi</a:t>
            </a:r>
            <a:r>
              <a:rPr lang="en-US" sz="2000">
                <a:latin typeface="Times New Roman" panose="02020603050405020304" pitchFamily="18" charset="0"/>
                <a:cs typeface="Times New Roman" panose="02020603050405020304" pitchFamily="18" charset="0"/>
              </a:rPr>
              <a:t>.</a:t>
            </a:r>
            <a:br>
              <a:rPr lang="en-US" sz="2000">
                <a:latin typeface="Times New Roman" panose="02020603050405020304" pitchFamily="18" charset="0"/>
                <a:cs typeface="Times New Roman" panose="02020603050405020304" pitchFamily="18" charset="0"/>
              </a:rPr>
            </a:br>
            <a:r>
              <a:rPr lang="en-US" sz="2000" err="1">
                <a:latin typeface="Times New Roman" panose="02020603050405020304" pitchFamily="18" charset="0"/>
                <a:cs typeface="Times New Roman" panose="02020603050405020304" pitchFamily="18" charset="0"/>
              </a:rPr>
              <a:t>Mungesa</a:t>
            </a:r>
            <a:r>
              <a:rPr lang="en-US" sz="2000">
                <a:latin typeface="Times New Roman" panose="02020603050405020304" pitchFamily="18" charset="0"/>
                <a:cs typeface="Times New Roman" panose="02020603050405020304" pitchFamily="18" charset="0"/>
              </a:rPr>
              <a:t> e </a:t>
            </a:r>
            <a:r>
              <a:rPr lang="en-US" sz="2000" err="1">
                <a:latin typeface="Times New Roman" panose="02020603050405020304" pitchFamily="18" charset="0"/>
                <a:cs typeface="Times New Roman" panose="02020603050405020304" pitchFamily="18" charset="0"/>
              </a:rPr>
              <a:t>analizave</a:t>
            </a:r>
            <a:r>
              <a:rPr lang="en-US" sz="2000">
                <a:latin typeface="Times New Roman" panose="02020603050405020304" pitchFamily="18" charset="0"/>
                <a:cs typeface="Times New Roman" panose="02020603050405020304" pitchFamily="18" charset="0"/>
              </a:rPr>
              <a:t> </a:t>
            </a:r>
            <a:r>
              <a:rPr lang="en-US" sz="2000" err="1">
                <a:latin typeface="Times New Roman" panose="02020603050405020304" pitchFamily="18" charset="0"/>
                <a:cs typeface="Times New Roman" panose="02020603050405020304" pitchFamily="18" charset="0"/>
              </a:rPr>
              <a:t>hapësinore</a:t>
            </a:r>
            <a:r>
              <a:rPr lang="en-US" sz="2000">
                <a:latin typeface="Times New Roman" panose="02020603050405020304" pitchFamily="18" charset="0"/>
                <a:cs typeface="Times New Roman" panose="02020603050405020304" pitchFamily="18" charset="0"/>
              </a:rPr>
              <a:t> e </a:t>
            </a:r>
            <a:r>
              <a:rPr lang="en-US" sz="2000" err="1">
                <a:latin typeface="Times New Roman" panose="02020603050405020304" pitchFamily="18" charset="0"/>
                <a:cs typeface="Times New Roman" panose="02020603050405020304" pitchFamily="18" charset="0"/>
              </a:rPr>
              <a:t>bën</a:t>
            </a:r>
            <a:r>
              <a:rPr lang="en-US" sz="2000">
                <a:latin typeface="Times New Roman" panose="02020603050405020304" pitchFamily="18" charset="0"/>
                <a:cs typeface="Times New Roman" panose="02020603050405020304" pitchFamily="18" charset="0"/>
              </a:rPr>
              <a:t> </a:t>
            </a:r>
            <a:r>
              <a:rPr lang="en-US" sz="2000" err="1">
                <a:latin typeface="Times New Roman" panose="02020603050405020304" pitchFamily="18" charset="0"/>
                <a:cs typeface="Times New Roman" panose="02020603050405020304" pitchFamily="18" charset="0"/>
              </a:rPr>
              <a:t>lokalizimin</a:t>
            </a:r>
            <a:r>
              <a:rPr lang="en-US" sz="2000">
                <a:latin typeface="Times New Roman" panose="02020603050405020304" pitchFamily="18" charset="0"/>
                <a:cs typeface="Times New Roman" panose="02020603050405020304" pitchFamily="18" charset="0"/>
              </a:rPr>
              <a:t> e </a:t>
            </a:r>
            <a:r>
              <a:rPr lang="en-US" sz="2000" err="1">
                <a:latin typeface="Times New Roman" panose="02020603050405020304" pitchFamily="18" charset="0"/>
                <a:cs typeface="Times New Roman" panose="02020603050405020304" pitchFamily="18" charset="0"/>
              </a:rPr>
              <a:t>problemeve</a:t>
            </a:r>
            <a:r>
              <a:rPr lang="en-US" sz="2000">
                <a:latin typeface="Times New Roman" panose="02020603050405020304" pitchFamily="18" charset="0"/>
                <a:cs typeface="Times New Roman" panose="02020603050405020304" pitchFamily="18" charset="0"/>
              </a:rPr>
              <a:t> </a:t>
            </a:r>
            <a:r>
              <a:rPr lang="en-US" sz="2000" err="1">
                <a:latin typeface="Times New Roman" panose="02020603050405020304" pitchFamily="18" charset="0"/>
                <a:cs typeface="Times New Roman" panose="02020603050405020304" pitchFamily="18" charset="0"/>
              </a:rPr>
              <a:t>joefikas</a:t>
            </a:r>
            <a:r>
              <a:rPr lang="en-US" sz="2000">
                <a:latin typeface="Times New Roman" panose="02020603050405020304" pitchFamily="18" charset="0"/>
                <a:cs typeface="Times New Roman" panose="02020603050405020304" pitchFamily="18" charset="0"/>
              </a:rPr>
              <a:t>.</a:t>
            </a:r>
          </a:p>
          <a:p>
            <a:pPr marL="0" indent="0">
              <a:buNone/>
            </a:pPr>
            <a:endParaRPr lang="en-US"/>
          </a:p>
        </p:txBody>
      </p:sp>
    </p:spTree>
    <p:extLst>
      <p:ext uri="{BB962C8B-B14F-4D97-AF65-F5344CB8AC3E}">
        <p14:creationId xmlns:p14="http://schemas.microsoft.com/office/powerpoint/2010/main" val="7198254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9CDA2F-DC97-46ED-A973-8D065A5D62CA}"/>
              </a:ext>
            </a:extLst>
          </p:cNvPr>
          <p:cNvSpPr>
            <a:spLocks noGrp="1"/>
          </p:cNvSpPr>
          <p:nvPr>
            <p:ph type="title"/>
          </p:nvPr>
        </p:nvSpPr>
        <p:spPr>
          <a:xfrm>
            <a:off x="541102" y="265335"/>
            <a:ext cx="7886700" cy="362465"/>
          </a:xfrm>
        </p:spPr>
        <p:txBody>
          <a:bodyPr>
            <a:noAutofit/>
          </a:bodyPr>
          <a:lstStyle/>
          <a:p>
            <a:r>
              <a:rPr lang="en-US" sz="2500">
                <a:latin typeface="Times New Roman" panose="02020603050405020304" pitchFamily="18" charset="0"/>
                <a:cs typeface="Times New Roman" panose="02020603050405020304" pitchFamily="18" charset="0"/>
              </a:rPr>
              <a:t>2.Kadastri </a:t>
            </a:r>
            <a:r>
              <a:rPr lang="en-US" sz="2500" err="1">
                <a:latin typeface="Times New Roman" panose="02020603050405020304" pitchFamily="18" charset="0"/>
                <a:cs typeface="Times New Roman" panose="02020603050405020304" pitchFamily="18" charset="0"/>
              </a:rPr>
              <a:t>i</a:t>
            </a:r>
            <a:r>
              <a:rPr lang="en-US" sz="2500">
                <a:latin typeface="Times New Roman" panose="02020603050405020304" pitchFamily="18" charset="0"/>
                <a:cs typeface="Times New Roman" panose="02020603050405020304" pitchFamily="18" charset="0"/>
              </a:rPr>
              <a:t> përqojave (tubacioneve) </a:t>
            </a:r>
            <a:r>
              <a:rPr lang="en-US" sz="2500" err="1">
                <a:latin typeface="Times New Roman" panose="02020603050405020304" pitchFamily="18" charset="0"/>
                <a:cs typeface="Times New Roman" panose="02020603050405020304" pitchFamily="18" charset="0"/>
              </a:rPr>
              <a:t>të</a:t>
            </a:r>
            <a:r>
              <a:rPr lang="en-US" sz="2500">
                <a:latin typeface="Times New Roman" panose="02020603050405020304" pitchFamily="18" charset="0"/>
                <a:cs typeface="Times New Roman" panose="02020603050405020304" pitchFamily="18" charset="0"/>
              </a:rPr>
              <a:t> </a:t>
            </a:r>
            <a:r>
              <a:rPr lang="en-US" sz="2500" err="1">
                <a:latin typeface="Times New Roman" panose="02020603050405020304" pitchFamily="18" charset="0"/>
                <a:cs typeface="Times New Roman" panose="02020603050405020304" pitchFamily="18" charset="0"/>
              </a:rPr>
              <a:t>ujësjellësit</a:t>
            </a:r>
            <a:r>
              <a:rPr lang="en-US" sz="2500">
                <a:latin typeface="Times New Roman" panose="02020603050405020304" pitchFamily="18" charset="0"/>
                <a:cs typeface="Times New Roman" panose="02020603050405020304" pitchFamily="18" charset="0"/>
              </a:rPr>
              <a:t> </a:t>
            </a:r>
            <a:r>
              <a:rPr lang="en-US" sz="2500" err="1">
                <a:latin typeface="Times New Roman" panose="02020603050405020304" pitchFamily="18" charset="0"/>
                <a:cs typeface="Times New Roman" panose="02020603050405020304" pitchFamily="18" charset="0"/>
              </a:rPr>
              <a:t>në</a:t>
            </a:r>
            <a:r>
              <a:rPr lang="en-US" sz="2500">
                <a:latin typeface="Times New Roman" panose="02020603050405020304" pitchFamily="18" charset="0"/>
                <a:cs typeface="Times New Roman" panose="02020603050405020304" pitchFamily="18" charset="0"/>
              </a:rPr>
              <a:t> </a:t>
            </a:r>
            <a:r>
              <a:rPr lang="en-US" sz="2500" err="1">
                <a:latin typeface="Times New Roman" panose="02020603050405020304" pitchFamily="18" charset="0"/>
                <a:cs typeface="Times New Roman" panose="02020603050405020304" pitchFamily="18" charset="0"/>
              </a:rPr>
              <a:t>Kosovë</a:t>
            </a:r>
            <a:endParaRPr lang="en-US" sz="2500"/>
          </a:p>
        </p:txBody>
      </p:sp>
      <p:sp>
        <p:nvSpPr>
          <p:cNvPr id="3" name="Content Placeholder 2">
            <a:extLst>
              <a:ext uri="{FF2B5EF4-FFF2-40B4-BE49-F238E27FC236}">
                <a16:creationId xmlns:a16="http://schemas.microsoft.com/office/drawing/2014/main" id="{7D9D57E0-4ECA-4EEA-8D9C-FC4B90F9F9BA}"/>
              </a:ext>
            </a:extLst>
          </p:cNvPr>
          <p:cNvSpPr>
            <a:spLocks noGrp="1"/>
          </p:cNvSpPr>
          <p:nvPr>
            <p:ph idx="1"/>
          </p:nvPr>
        </p:nvSpPr>
        <p:spPr>
          <a:xfrm>
            <a:off x="541102" y="963179"/>
            <a:ext cx="8019238" cy="5350072"/>
          </a:xfrm>
        </p:spPr>
        <p:txBody>
          <a:bodyPr>
            <a:normAutofit/>
          </a:bodyPr>
          <a:lstStyle/>
          <a:p>
            <a:pPr marL="0" indent="0">
              <a:buNone/>
            </a:pPr>
            <a:r>
              <a:rPr lang="en-US" sz="1700" err="1">
                <a:latin typeface="Times New Roman" panose="02020603050405020304" pitchFamily="18" charset="0"/>
                <a:cs typeface="Times New Roman" panose="02020603050405020304" pitchFamily="18" charset="0"/>
              </a:rPr>
              <a:t>Gjendja</a:t>
            </a:r>
            <a:r>
              <a:rPr lang="en-US" sz="1700">
                <a:latin typeface="Times New Roman" panose="02020603050405020304" pitchFamily="18" charset="0"/>
                <a:cs typeface="Times New Roman" panose="02020603050405020304" pitchFamily="18" charset="0"/>
              </a:rPr>
              <a:t> </a:t>
            </a:r>
            <a:r>
              <a:rPr lang="en-US" sz="1700" err="1">
                <a:latin typeface="Times New Roman" panose="02020603050405020304" pitchFamily="18" charset="0"/>
                <a:cs typeface="Times New Roman" panose="02020603050405020304" pitchFamily="18" charset="0"/>
              </a:rPr>
              <a:t>aktuale</a:t>
            </a:r>
            <a:r>
              <a:rPr lang="en-US" sz="1700">
                <a:latin typeface="Times New Roman" panose="02020603050405020304" pitchFamily="18" charset="0"/>
                <a:cs typeface="Times New Roman" panose="02020603050405020304" pitchFamily="18" charset="0"/>
              </a:rPr>
              <a:t> </a:t>
            </a:r>
            <a:r>
              <a:rPr lang="en-US" sz="1700" err="1">
                <a:latin typeface="Times New Roman" panose="02020603050405020304" pitchFamily="18" charset="0"/>
                <a:cs typeface="Times New Roman" panose="02020603050405020304" pitchFamily="18" charset="0"/>
              </a:rPr>
              <a:t>në</a:t>
            </a:r>
            <a:r>
              <a:rPr lang="en-US" sz="1700">
                <a:latin typeface="Times New Roman" panose="02020603050405020304" pitchFamily="18" charset="0"/>
                <a:cs typeface="Times New Roman" panose="02020603050405020304" pitchFamily="18" charset="0"/>
              </a:rPr>
              <a:t> </a:t>
            </a:r>
            <a:r>
              <a:rPr lang="en-US" sz="1700" err="1">
                <a:latin typeface="Times New Roman" panose="02020603050405020304" pitchFamily="18" charset="0"/>
                <a:cs typeface="Times New Roman" panose="02020603050405020304" pitchFamily="18" charset="0"/>
              </a:rPr>
              <a:t>Kosovë</a:t>
            </a:r>
            <a:r>
              <a:rPr lang="en-US" sz="1700">
                <a:latin typeface="Times New Roman" panose="02020603050405020304" pitchFamily="18" charset="0"/>
                <a:cs typeface="Times New Roman" panose="02020603050405020304" pitchFamily="18" charset="0"/>
              </a:rPr>
              <a:t>: </a:t>
            </a:r>
            <a:br>
              <a:rPr lang="en-US" sz="1700">
                <a:latin typeface="Times New Roman" panose="02020603050405020304" pitchFamily="18" charset="0"/>
                <a:cs typeface="Times New Roman" panose="02020603050405020304" pitchFamily="18" charset="0"/>
              </a:rPr>
            </a:br>
            <a:br>
              <a:rPr lang="en-US" sz="1700">
                <a:latin typeface="Times New Roman" panose="02020603050405020304" pitchFamily="18" charset="0"/>
                <a:cs typeface="Times New Roman" panose="02020603050405020304" pitchFamily="18" charset="0"/>
              </a:rPr>
            </a:br>
            <a:r>
              <a:rPr lang="en-US" sz="1700" err="1">
                <a:latin typeface="Times New Roman" panose="02020603050405020304" pitchFamily="18" charset="0"/>
                <a:cs typeface="Times New Roman" panose="02020603050405020304" pitchFamily="18" charset="0"/>
              </a:rPr>
              <a:t>Nuk</a:t>
            </a:r>
            <a:r>
              <a:rPr lang="en-US" sz="1700">
                <a:latin typeface="Times New Roman" panose="02020603050405020304" pitchFamily="18" charset="0"/>
                <a:cs typeface="Times New Roman" panose="02020603050405020304" pitchFamily="18" charset="0"/>
              </a:rPr>
              <a:t> ka </a:t>
            </a:r>
            <a:r>
              <a:rPr lang="en-US" sz="1700" err="1">
                <a:latin typeface="Times New Roman" panose="02020603050405020304" pitchFamily="18" charset="0"/>
                <a:cs typeface="Times New Roman" panose="02020603050405020304" pitchFamily="18" charset="0"/>
              </a:rPr>
              <a:t>sistem</a:t>
            </a:r>
            <a:r>
              <a:rPr lang="en-US" sz="1700">
                <a:latin typeface="Times New Roman" panose="02020603050405020304" pitchFamily="18" charset="0"/>
                <a:cs typeface="Times New Roman" panose="02020603050405020304" pitchFamily="18" charset="0"/>
              </a:rPr>
              <a:t> </a:t>
            </a:r>
            <a:r>
              <a:rPr lang="en-US" sz="1700" err="1">
                <a:latin typeface="Times New Roman" panose="02020603050405020304" pitchFamily="18" charset="0"/>
                <a:cs typeface="Times New Roman" panose="02020603050405020304" pitchFamily="18" charset="0"/>
              </a:rPr>
              <a:t>të</a:t>
            </a:r>
            <a:r>
              <a:rPr lang="en-US" sz="1700">
                <a:latin typeface="Times New Roman" panose="02020603050405020304" pitchFamily="18" charset="0"/>
                <a:cs typeface="Times New Roman" panose="02020603050405020304" pitchFamily="18" charset="0"/>
              </a:rPr>
              <a:t> </a:t>
            </a:r>
            <a:r>
              <a:rPr lang="en-US" sz="1700" err="1">
                <a:latin typeface="Times New Roman" panose="02020603050405020304" pitchFamily="18" charset="0"/>
                <a:cs typeface="Times New Roman" panose="02020603050405020304" pitchFamily="18" charset="0"/>
              </a:rPr>
              <a:t>unifikuar</a:t>
            </a:r>
            <a:r>
              <a:rPr lang="en-US" sz="1700">
                <a:latin typeface="Times New Roman" panose="02020603050405020304" pitchFamily="18" charset="0"/>
                <a:cs typeface="Times New Roman" panose="02020603050405020304" pitchFamily="18" charset="0"/>
              </a:rPr>
              <a:t> </a:t>
            </a:r>
            <a:r>
              <a:rPr lang="en-US" sz="1700" err="1">
                <a:latin typeface="Times New Roman" panose="02020603050405020304" pitchFamily="18" charset="0"/>
                <a:cs typeface="Times New Roman" panose="02020603050405020304" pitchFamily="18" charset="0"/>
              </a:rPr>
              <a:t>shtetërorë</a:t>
            </a:r>
            <a:r>
              <a:rPr lang="en-US" sz="1700">
                <a:latin typeface="Times New Roman" panose="02020603050405020304" pitchFamily="18" charset="0"/>
                <a:cs typeface="Times New Roman" panose="02020603050405020304" pitchFamily="18" charset="0"/>
              </a:rPr>
              <a:t>.</a:t>
            </a:r>
            <a:br>
              <a:rPr lang="en-US" sz="1700">
                <a:latin typeface="Times New Roman" panose="02020603050405020304" pitchFamily="18" charset="0"/>
                <a:cs typeface="Times New Roman" panose="02020603050405020304" pitchFamily="18" charset="0"/>
              </a:rPr>
            </a:br>
            <a:r>
              <a:rPr lang="en-US" sz="1700" err="1">
                <a:latin typeface="Times New Roman" panose="02020603050405020304" pitchFamily="18" charset="0"/>
                <a:cs typeface="Times New Roman" panose="02020603050405020304" pitchFamily="18" charset="0"/>
              </a:rPr>
              <a:t>Të</a:t>
            </a:r>
            <a:r>
              <a:rPr lang="en-US" sz="1700">
                <a:latin typeface="Times New Roman" panose="02020603050405020304" pitchFamily="18" charset="0"/>
                <a:cs typeface="Times New Roman" panose="02020603050405020304" pitchFamily="18" charset="0"/>
              </a:rPr>
              <a:t> </a:t>
            </a:r>
            <a:r>
              <a:rPr lang="en-US" sz="1700" err="1">
                <a:latin typeface="Times New Roman" panose="02020603050405020304" pitchFamily="18" charset="0"/>
                <a:cs typeface="Times New Roman" panose="02020603050405020304" pitchFamily="18" charset="0"/>
              </a:rPr>
              <a:t>dhënat</a:t>
            </a:r>
            <a:r>
              <a:rPr lang="en-US" sz="1700">
                <a:latin typeface="Times New Roman" panose="02020603050405020304" pitchFamily="18" charset="0"/>
                <a:cs typeface="Times New Roman" panose="02020603050405020304" pitchFamily="18" charset="0"/>
              </a:rPr>
              <a:t> </a:t>
            </a:r>
            <a:r>
              <a:rPr lang="en-US" sz="1700" err="1">
                <a:latin typeface="Times New Roman" panose="02020603050405020304" pitchFamily="18" charset="0"/>
                <a:cs typeface="Times New Roman" panose="02020603050405020304" pitchFamily="18" charset="0"/>
              </a:rPr>
              <a:t>menaxhohen</a:t>
            </a:r>
            <a:r>
              <a:rPr lang="en-US" sz="1700">
                <a:latin typeface="Times New Roman" panose="02020603050405020304" pitchFamily="18" charset="0"/>
                <a:cs typeface="Times New Roman" panose="02020603050405020304" pitchFamily="18" charset="0"/>
              </a:rPr>
              <a:t> </a:t>
            </a:r>
            <a:r>
              <a:rPr lang="en-US" sz="1700" err="1">
                <a:latin typeface="Times New Roman" panose="02020603050405020304" pitchFamily="18" charset="0"/>
                <a:cs typeface="Times New Roman" panose="02020603050405020304" pitchFamily="18" charset="0"/>
              </a:rPr>
              <a:t>nga</a:t>
            </a:r>
            <a:r>
              <a:rPr lang="en-US" sz="1700">
                <a:latin typeface="Times New Roman" panose="02020603050405020304" pitchFamily="18" charset="0"/>
                <a:cs typeface="Times New Roman" panose="02020603050405020304" pitchFamily="18" charset="0"/>
              </a:rPr>
              <a:t> KRU-</a:t>
            </a:r>
            <a:r>
              <a:rPr lang="en-US" sz="1700" err="1">
                <a:latin typeface="Times New Roman" panose="02020603050405020304" pitchFamily="18" charset="0"/>
                <a:cs typeface="Times New Roman" panose="02020603050405020304" pitchFamily="18" charset="0"/>
              </a:rPr>
              <a:t>të</a:t>
            </a:r>
            <a:r>
              <a:rPr lang="en-US" sz="1700">
                <a:latin typeface="Times New Roman" panose="02020603050405020304" pitchFamily="18" charset="0"/>
                <a:cs typeface="Times New Roman" panose="02020603050405020304" pitchFamily="18" charset="0"/>
              </a:rPr>
              <a:t> </a:t>
            </a:r>
            <a:r>
              <a:rPr lang="en-US" sz="1700" err="1">
                <a:latin typeface="Times New Roman" panose="02020603050405020304" pitchFamily="18" charset="0"/>
                <a:cs typeface="Times New Roman" panose="02020603050405020304" pitchFamily="18" charset="0"/>
              </a:rPr>
              <a:t>rajonale</a:t>
            </a:r>
            <a:r>
              <a:rPr lang="en-US" sz="1700">
                <a:latin typeface="Times New Roman" panose="02020603050405020304" pitchFamily="18" charset="0"/>
                <a:cs typeface="Times New Roman" panose="02020603050405020304" pitchFamily="18" charset="0"/>
              </a:rPr>
              <a:t> </a:t>
            </a:r>
            <a:br>
              <a:rPr lang="en-US" sz="1700">
                <a:latin typeface="Times New Roman" panose="02020603050405020304" pitchFamily="18" charset="0"/>
                <a:cs typeface="Times New Roman" panose="02020603050405020304" pitchFamily="18" charset="0"/>
              </a:rPr>
            </a:br>
            <a:r>
              <a:rPr lang="en-US" sz="1700" err="1">
                <a:latin typeface="Times New Roman" panose="02020603050405020304" pitchFamily="18" charset="0"/>
                <a:cs typeface="Times New Roman" panose="02020603050405020304" pitchFamily="18" charset="0"/>
              </a:rPr>
              <a:t>Mungesë</a:t>
            </a:r>
            <a:r>
              <a:rPr lang="en-US" sz="1700">
                <a:latin typeface="Times New Roman" panose="02020603050405020304" pitchFamily="18" charset="0"/>
                <a:cs typeface="Times New Roman" panose="02020603050405020304" pitchFamily="18" charset="0"/>
              </a:rPr>
              <a:t> </a:t>
            </a:r>
            <a:r>
              <a:rPr lang="en-US" sz="1700" err="1">
                <a:latin typeface="Times New Roman" panose="02020603050405020304" pitchFamily="18" charset="0"/>
                <a:cs typeface="Times New Roman" panose="02020603050405020304" pitchFamily="18" charset="0"/>
              </a:rPr>
              <a:t>standardizimi</a:t>
            </a:r>
            <a:r>
              <a:rPr lang="en-US" sz="1700">
                <a:latin typeface="Times New Roman" panose="02020603050405020304" pitchFamily="18" charset="0"/>
                <a:cs typeface="Times New Roman" panose="02020603050405020304" pitchFamily="18" charset="0"/>
              </a:rPr>
              <a:t> </a:t>
            </a:r>
            <a:r>
              <a:rPr lang="en-US" sz="1700" err="1">
                <a:latin typeface="Times New Roman" panose="02020603050405020304" pitchFamily="18" charset="0"/>
                <a:cs typeface="Times New Roman" panose="02020603050405020304" pitchFamily="18" charset="0"/>
              </a:rPr>
              <a:t>në</a:t>
            </a:r>
            <a:r>
              <a:rPr lang="en-US" sz="1700">
                <a:latin typeface="Times New Roman" panose="02020603050405020304" pitchFamily="18" charset="0"/>
                <a:cs typeface="Times New Roman" panose="02020603050405020304" pitchFamily="18" charset="0"/>
              </a:rPr>
              <a:t> format </a:t>
            </a:r>
            <a:r>
              <a:rPr lang="en-US" sz="1700" err="1">
                <a:latin typeface="Times New Roman" panose="02020603050405020304" pitchFamily="18" charset="0"/>
                <a:cs typeface="Times New Roman" panose="02020603050405020304" pitchFamily="18" charset="0"/>
              </a:rPr>
              <a:t>dhe</a:t>
            </a:r>
            <a:r>
              <a:rPr lang="en-US" sz="1700">
                <a:latin typeface="Times New Roman" panose="02020603050405020304" pitchFamily="18" charset="0"/>
                <a:cs typeface="Times New Roman" panose="02020603050405020304" pitchFamily="18" charset="0"/>
              </a:rPr>
              <a:t> </a:t>
            </a:r>
            <a:r>
              <a:rPr lang="en-US" sz="1700" err="1">
                <a:latin typeface="Times New Roman" panose="02020603050405020304" pitchFamily="18" charset="0"/>
                <a:cs typeface="Times New Roman" panose="02020603050405020304" pitchFamily="18" charset="0"/>
              </a:rPr>
              <a:t>përditësim</a:t>
            </a:r>
            <a:r>
              <a:rPr lang="en-US" sz="1700">
                <a:latin typeface="Times New Roman" panose="02020603050405020304" pitchFamily="18" charset="0"/>
                <a:cs typeface="Times New Roman" panose="02020603050405020304" pitchFamily="18" charset="0"/>
              </a:rPr>
              <a:t>. </a:t>
            </a:r>
            <a:br>
              <a:rPr lang="en-US" sz="1700">
                <a:latin typeface="Times New Roman" panose="02020603050405020304" pitchFamily="18" charset="0"/>
                <a:cs typeface="Times New Roman" panose="02020603050405020304" pitchFamily="18" charset="0"/>
              </a:rPr>
            </a:br>
            <a:r>
              <a:rPr lang="en-US" sz="1700">
                <a:latin typeface="Times New Roman" panose="02020603050405020304" pitchFamily="18" charset="0"/>
                <a:cs typeface="Times New Roman" panose="02020603050405020304" pitchFamily="18" charset="0"/>
              </a:rPr>
              <a:t>Mungon një sistem </a:t>
            </a:r>
            <a:r>
              <a:rPr lang="en-US" sz="1700" err="1">
                <a:latin typeface="Times New Roman" panose="02020603050405020304" pitchFamily="18" charset="0"/>
                <a:cs typeface="Times New Roman" panose="02020603050405020304" pitchFamily="18" charset="0"/>
              </a:rPr>
              <a:t>për</a:t>
            </a:r>
            <a:r>
              <a:rPr lang="en-US" sz="1700">
                <a:latin typeface="Times New Roman" panose="02020603050405020304" pitchFamily="18" charset="0"/>
                <a:cs typeface="Times New Roman" panose="02020603050405020304" pitchFamily="18" charset="0"/>
              </a:rPr>
              <a:t> </a:t>
            </a:r>
            <a:r>
              <a:rPr lang="en-US" sz="1700" err="1">
                <a:latin typeface="Times New Roman" panose="02020603050405020304" pitchFamily="18" charset="0"/>
                <a:cs typeface="Times New Roman" panose="02020603050405020304" pitchFamily="18" charset="0"/>
              </a:rPr>
              <a:t>dokumentimin</a:t>
            </a:r>
            <a:r>
              <a:rPr lang="en-US" sz="1700">
                <a:latin typeface="Times New Roman" panose="02020603050405020304" pitchFamily="18" charset="0"/>
                <a:cs typeface="Times New Roman" panose="02020603050405020304" pitchFamily="18" charset="0"/>
              </a:rPr>
              <a:t> </a:t>
            </a:r>
            <a:r>
              <a:rPr lang="en-US" sz="1700" err="1">
                <a:latin typeface="Times New Roman" panose="02020603050405020304" pitchFamily="18" charset="0"/>
                <a:cs typeface="Times New Roman" panose="02020603050405020304" pitchFamily="18" charset="0"/>
              </a:rPr>
              <a:t>teknik</a:t>
            </a:r>
            <a:r>
              <a:rPr lang="en-US" sz="1700">
                <a:latin typeface="Times New Roman" panose="02020603050405020304" pitchFamily="18" charset="0"/>
                <a:cs typeface="Times New Roman" panose="02020603050405020304" pitchFamily="18" charset="0"/>
              </a:rPr>
              <a:t> </a:t>
            </a:r>
            <a:r>
              <a:rPr lang="en-US" sz="1700" err="1">
                <a:latin typeface="Times New Roman" panose="02020603050405020304" pitchFamily="18" charset="0"/>
                <a:cs typeface="Times New Roman" panose="02020603050405020304" pitchFamily="18" charset="0"/>
              </a:rPr>
              <a:t>dhe</a:t>
            </a:r>
            <a:r>
              <a:rPr lang="en-US" sz="1700">
                <a:latin typeface="Times New Roman" panose="02020603050405020304" pitchFamily="18" charset="0"/>
                <a:cs typeface="Times New Roman" panose="02020603050405020304" pitchFamily="18" charset="0"/>
              </a:rPr>
              <a:t> </a:t>
            </a:r>
            <a:r>
              <a:rPr lang="en-US" sz="1700" err="1">
                <a:latin typeface="Times New Roman" panose="02020603050405020304" pitchFamily="18" charset="0"/>
                <a:cs typeface="Times New Roman" panose="02020603050405020304" pitchFamily="18" charset="0"/>
              </a:rPr>
              <a:t>hapësinor</a:t>
            </a:r>
            <a:r>
              <a:rPr lang="en-US" sz="1700">
                <a:latin typeface="Times New Roman" panose="02020603050405020304" pitchFamily="18" charset="0"/>
                <a:cs typeface="Times New Roman" panose="02020603050405020304" pitchFamily="18" charset="0"/>
              </a:rPr>
              <a:t> (GIS) </a:t>
            </a:r>
            <a:r>
              <a:rPr lang="en-US" sz="1700" err="1">
                <a:latin typeface="Times New Roman" panose="02020603050405020304" pitchFamily="18" charset="0"/>
                <a:cs typeface="Times New Roman" panose="02020603050405020304" pitchFamily="18" charset="0"/>
              </a:rPr>
              <a:t>të</a:t>
            </a:r>
            <a:r>
              <a:rPr lang="en-US" sz="1700">
                <a:latin typeface="Times New Roman" panose="02020603050405020304" pitchFamily="18" charset="0"/>
                <a:cs typeface="Times New Roman" panose="02020603050405020304" pitchFamily="18" charset="0"/>
              </a:rPr>
              <a:t> </a:t>
            </a:r>
            <a:r>
              <a:rPr lang="en-US" sz="1700" err="1">
                <a:latin typeface="Times New Roman" panose="02020603050405020304" pitchFamily="18" charset="0"/>
                <a:cs typeface="Times New Roman" panose="02020603050405020304" pitchFamily="18" charset="0"/>
              </a:rPr>
              <a:t>infrastrukturës</a:t>
            </a:r>
            <a:r>
              <a:rPr lang="en-US" sz="1700">
                <a:latin typeface="Times New Roman" panose="02020603050405020304" pitchFamily="18" charset="0"/>
                <a:cs typeface="Times New Roman" panose="02020603050405020304" pitchFamily="18" charset="0"/>
              </a:rPr>
              <a:t> i cili do të siguronte </a:t>
            </a:r>
            <a:r>
              <a:rPr lang="en-US" sz="1700" err="1">
                <a:latin typeface="Times New Roman" panose="02020603050405020304" pitchFamily="18" charset="0"/>
                <a:cs typeface="Times New Roman" panose="02020603050405020304" pitchFamily="18" charset="0"/>
              </a:rPr>
              <a:t>të</a:t>
            </a:r>
            <a:r>
              <a:rPr lang="en-US" sz="1700">
                <a:latin typeface="Times New Roman" panose="02020603050405020304" pitchFamily="18" charset="0"/>
                <a:cs typeface="Times New Roman" panose="02020603050405020304" pitchFamily="18" charset="0"/>
              </a:rPr>
              <a:t> </a:t>
            </a:r>
            <a:r>
              <a:rPr lang="en-US" sz="1700" err="1">
                <a:latin typeface="Times New Roman" panose="02020603050405020304" pitchFamily="18" charset="0"/>
                <a:cs typeface="Times New Roman" panose="02020603050405020304" pitchFamily="18" charset="0"/>
              </a:rPr>
              <a:t>dhëna</a:t>
            </a:r>
            <a:r>
              <a:rPr lang="en-US" sz="1700">
                <a:latin typeface="Times New Roman" panose="02020603050405020304" pitchFamily="18" charset="0"/>
                <a:cs typeface="Times New Roman" panose="02020603050405020304" pitchFamily="18" charset="0"/>
              </a:rPr>
              <a:t> </a:t>
            </a:r>
            <a:r>
              <a:rPr lang="en-US" sz="1700" err="1">
                <a:latin typeface="Times New Roman" panose="02020603050405020304" pitchFamily="18" charset="0"/>
                <a:cs typeface="Times New Roman" panose="02020603050405020304" pitchFamily="18" charset="0"/>
              </a:rPr>
              <a:t>për</a:t>
            </a:r>
            <a:r>
              <a:rPr lang="en-US" sz="1700">
                <a:latin typeface="Times New Roman" panose="02020603050405020304" pitchFamily="18" charset="0"/>
                <a:cs typeface="Times New Roman" panose="02020603050405020304" pitchFamily="18" charset="0"/>
              </a:rPr>
              <a:t> </a:t>
            </a:r>
            <a:r>
              <a:rPr lang="en-US" sz="1700" err="1">
                <a:latin typeface="Times New Roman" panose="02020603050405020304" pitchFamily="18" charset="0"/>
                <a:cs typeface="Times New Roman" panose="02020603050405020304" pitchFamily="18" charset="0"/>
              </a:rPr>
              <a:t>tubacionet</a:t>
            </a:r>
            <a:r>
              <a:rPr lang="en-US" sz="1700">
                <a:latin typeface="Times New Roman" panose="02020603050405020304" pitchFamily="18" charset="0"/>
                <a:cs typeface="Times New Roman" panose="02020603050405020304" pitchFamily="18" charset="0"/>
              </a:rPr>
              <a:t>, </a:t>
            </a:r>
            <a:r>
              <a:rPr lang="en-US" sz="1700" err="1">
                <a:latin typeface="Times New Roman" panose="02020603050405020304" pitchFamily="18" charset="0"/>
                <a:cs typeface="Times New Roman" panose="02020603050405020304" pitchFamily="18" charset="0"/>
              </a:rPr>
              <a:t>pajisjet</a:t>
            </a:r>
            <a:r>
              <a:rPr lang="en-US" sz="1700">
                <a:latin typeface="Times New Roman" panose="02020603050405020304" pitchFamily="18" charset="0"/>
                <a:cs typeface="Times New Roman" panose="02020603050405020304" pitchFamily="18" charset="0"/>
              </a:rPr>
              <a:t>, </a:t>
            </a:r>
            <a:r>
              <a:rPr lang="en-US" sz="1700" err="1">
                <a:latin typeface="Times New Roman" panose="02020603050405020304" pitchFamily="18" charset="0"/>
                <a:cs typeface="Times New Roman" panose="02020603050405020304" pitchFamily="18" charset="0"/>
              </a:rPr>
              <a:t>konsumatorët</a:t>
            </a:r>
            <a:r>
              <a:rPr lang="en-US" sz="1700">
                <a:latin typeface="Times New Roman" panose="02020603050405020304" pitchFamily="18" charset="0"/>
                <a:cs typeface="Times New Roman" panose="02020603050405020304" pitchFamily="18" charset="0"/>
              </a:rPr>
              <a:t> </a:t>
            </a:r>
            <a:r>
              <a:rPr lang="en-US" sz="1700" err="1">
                <a:latin typeface="Times New Roman" panose="02020603050405020304" pitchFamily="18" charset="0"/>
                <a:cs typeface="Times New Roman" panose="02020603050405020304" pitchFamily="18" charset="0"/>
              </a:rPr>
              <a:t>dhe</a:t>
            </a:r>
            <a:r>
              <a:rPr lang="en-US" sz="1700">
                <a:latin typeface="Times New Roman" panose="02020603050405020304" pitchFamily="18" charset="0"/>
                <a:cs typeface="Times New Roman" panose="02020603050405020304" pitchFamily="18" charset="0"/>
              </a:rPr>
              <a:t> </a:t>
            </a:r>
            <a:r>
              <a:rPr lang="en-US" sz="1700" err="1">
                <a:latin typeface="Times New Roman" panose="02020603050405020304" pitchFamily="18" charset="0"/>
                <a:cs typeface="Times New Roman" panose="02020603050405020304" pitchFamily="18" charset="0"/>
              </a:rPr>
              <a:t>objektet</a:t>
            </a:r>
            <a:r>
              <a:rPr lang="en-US" sz="1700">
                <a:latin typeface="Times New Roman" panose="02020603050405020304" pitchFamily="18" charset="0"/>
                <a:cs typeface="Times New Roman" panose="02020603050405020304" pitchFamily="18" charset="0"/>
              </a:rPr>
              <a:t> e rrjetit.</a:t>
            </a:r>
            <a:br>
              <a:rPr lang="en-US" sz="1700">
                <a:latin typeface="Times New Roman" panose="02020603050405020304" pitchFamily="18" charset="0"/>
                <a:cs typeface="Times New Roman" panose="02020603050405020304" pitchFamily="18" charset="0"/>
              </a:rPr>
            </a:br>
            <a:r>
              <a:rPr lang="en-US" sz="1700">
                <a:latin typeface="Times New Roman" panose="02020603050405020304" pitchFamily="18" charset="0"/>
                <a:cs typeface="Times New Roman" panose="02020603050405020304" pitchFamily="18" charset="0"/>
              </a:rPr>
              <a:t>Ndihmon </a:t>
            </a:r>
            <a:r>
              <a:rPr lang="en-US" sz="1700" err="1">
                <a:latin typeface="Times New Roman" panose="02020603050405020304" pitchFamily="18" charset="0"/>
                <a:cs typeface="Times New Roman" panose="02020603050405020304" pitchFamily="18" charset="0"/>
              </a:rPr>
              <a:t>në</a:t>
            </a:r>
            <a:r>
              <a:rPr lang="en-US" sz="1700">
                <a:latin typeface="Times New Roman" panose="02020603050405020304" pitchFamily="18" charset="0"/>
                <a:cs typeface="Times New Roman" panose="02020603050405020304" pitchFamily="18" charset="0"/>
              </a:rPr>
              <a:t> </a:t>
            </a:r>
            <a:r>
              <a:rPr lang="en-US" sz="1700" err="1">
                <a:latin typeface="Times New Roman" panose="02020603050405020304" pitchFamily="18" charset="0"/>
                <a:cs typeface="Times New Roman" panose="02020603050405020304" pitchFamily="18" charset="0"/>
              </a:rPr>
              <a:t>planifikim</a:t>
            </a:r>
            <a:r>
              <a:rPr lang="en-US" sz="1700">
                <a:latin typeface="Times New Roman" panose="02020603050405020304" pitchFamily="18" charset="0"/>
                <a:cs typeface="Times New Roman" panose="02020603050405020304" pitchFamily="18" charset="0"/>
              </a:rPr>
              <a:t>, </a:t>
            </a:r>
            <a:r>
              <a:rPr lang="en-US" sz="1700" err="1">
                <a:latin typeface="Times New Roman" panose="02020603050405020304" pitchFamily="18" charset="0"/>
                <a:cs typeface="Times New Roman" panose="02020603050405020304" pitchFamily="18" charset="0"/>
              </a:rPr>
              <a:t>mirëmbajtje</a:t>
            </a:r>
            <a:r>
              <a:rPr lang="en-US" sz="1700">
                <a:latin typeface="Times New Roman" panose="02020603050405020304" pitchFamily="18" charset="0"/>
                <a:cs typeface="Times New Roman" panose="02020603050405020304" pitchFamily="18" charset="0"/>
              </a:rPr>
              <a:t> </a:t>
            </a:r>
            <a:r>
              <a:rPr lang="en-US" sz="1700" err="1">
                <a:latin typeface="Times New Roman" panose="02020603050405020304" pitchFamily="18" charset="0"/>
                <a:cs typeface="Times New Roman" panose="02020603050405020304" pitchFamily="18" charset="0"/>
              </a:rPr>
              <a:t>dhe</a:t>
            </a:r>
            <a:r>
              <a:rPr lang="en-US" sz="1700">
                <a:latin typeface="Times New Roman" panose="02020603050405020304" pitchFamily="18" charset="0"/>
                <a:cs typeface="Times New Roman" panose="02020603050405020304" pitchFamily="18" charset="0"/>
              </a:rPr>
              <a:t> </a:t>
            </a:r>
            <a:r>
              <a:rPr lang="en-US" sz="1700" err="1">
                <a:latin typeface="Times New Roman" panose="02020603050405020304" pitchFamily="18" charset="0"/>
                <a:cs typeface="Times New Roman" panose="02020603050405020304" pitchFamily="18" charset="0"/>
              </a:rPr>
              <a:t>operim</a:t>
            </a:r>
            <a:r>
              <a:rPr lang="en-US" sz="1700">
                <a:latin typeface="Times New Roman" panose="02020603050405020304" pitchFamily="18" charset="0"/>
                <a:cs typeface="Times New Roman" panose="02020603050405020304" pitchFamily="18" charset="0"/>
              </a:rPr>
              <a:t> </a:t>
            </a:r>
            <a:r>
              <a:rPr lang="en-US" sz="1700" err="1">
                <a:latin typeface="Times New Roman" panose="02020603050405020304" pitchFamily="18" charset="0"/>
                <a:cs typeface="Times New Roman" panose="02020603050405020304" pitchFamily="18" charset="0"/>
              </a:rPr>
              <a:t>efikas</a:t>
            </a:r>
            <a:r>
              <a:rPr lang="en-US" sz="1700">
                <a:latin typeface="Times New Roman" panose="02020603050405020304" pitchFamily="18" charset="0"/>
                <a:cs typeface="Times New Roman" panose="02020603050405020304" pitchFamily="18" charset="0"/>
              </a:rPr>
              <a:t>.</a:t>
            </a:r>
            <a:br>
              <a:rPr lang="en-US" sz="1700">
                <a:latin typeface="Times New Roman" panose="02020603050405020304" pitchFamily="18" charset="0"/>
                <a:cs typeface="Times New Roman" panose="02020603050405020304" pitchFamily="18" charset="0"/>
              </a:rPr>
            </a:br>
            <a:br>
              <a:rPr lang="en-US" sz="1700">
                <a:latin typeface="Times New Roman" panose="02020603050405020304" pitchFamily="18" charset="0"/>
                <a:cs typeface="Times New Roman" panose="02020603050405020304" pitchFamily="18" charset="0"/>
              </a:rPr>
            </a:br>
            <a:r>
              <a:rPr lang="sq-AL" sz="1700">
                <a:latin typeface="Times New Roman" panose="02020603050405020304" pitchFamily="18" charset="0"/>
                <a:cs typeface="Times New Roman" panose="02020603050405020304" pitchFamily="18" charset="0"/>
              </a:rPr>
              <a:t>Punimi i kësaj teme kontribuon në këtë drejtim, duke realizuar modelimin e një segmenti të rrjetit të ujësjellësit në Ferizaj, me ndarjen e të dhënave sipas entiteteve të sistemit, definimin e atributeve dhe krijimin e hartës digjitale në mjedis GIS, të cilat paraqesin qasjen drejt krijimit të një kadastri teknik të ujësjellësit në nivel local</a:t>
            </a:r>
            <a:r>
              <a:rPr lang="en-US" sz="1700">
                <a:latin typeface="Times New Roman" panose="02020603050405020304" pitchFamily="18" charset="0"/>
                <a:cs typeface="Times New Roman" panose="02020603050405020304" pitchFamily="18" charset="0"/>
              </a:rPr>
              <a:t>.</a:t>
            </a:r>
            <a:br>
              <a:rPr lang="en-US" sz="1700">
                <a:latin typeface="Times New Roman" panose="02020603050405020304" pitchFamily="18" charset="0"/>
                <a:cs typeface="Times New Roman" panose="02020603050405020304" pitchFamily="18" charset="0"/>
              </a:rPr>
            </a:br>
            <a:endParaRPr lang="en-US" sz="1700">
              <a:latin typeface="Times New Roman" panose="02020603050405020304" pitchFamily="18" charset="0"/>
              <a:cs typeface="Times New Roman" panose="02020603050405020304" pitchFamily="18" charset="0"/>
            </a:endParaRPr>
          </a:p>
        </p:txBody>
      </p:sp>
      <p:pic>
        <p:nvPicPr>
          <p:cNvPr id="5" name="Picture 4">
            <a:extLst>
              <a:ext uri="{FF2B5EF4-FFF2-40B4-BE49-F238E27FC236}">
                <a16:creationId xmlns:a16="http://schemas.microsoft.com/office/drawing/2014/main" id="{92D3BC11-7A9B-47C9-ABD8-46C6C25C3A6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83660" y="4265353"/>
            <a:ext cx="3574916" cy="2383277"/>
          </a:xfrm>
          <a:prstGeom prst="rect">
            <a:avLst/>
          </a:prstGeom>
        </p:spPr>
      </p:pic>
      <p:sp>
        <p:nvSpPr>
          <p:cNvPr id="7" name="Arrow: Right 6">
            <a:extLst>
              <a:ext uri="{FF2B5EF4-FFF2-40B4-BE49-F238E27FC236}">
                <a16:creationId xmlns:a16="http://schemas.microsoft.com/office/drawing/2014/main" id="{38C3D138-9D7E-4EAC-A72B-EC7713B8EB0D}"/>
              </a:ext>
            </a:extLst>
          </p:cNvPr>
          <p:cNvSpPr/>
          <p:nvPr/>
        </p:nvSpPr>
        <p:spPr>
          <a:xfrm>
            <a:off x="4007796" y="5418306"/>
            <a:ext cx="977630" cy="214009"/>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E044297-9A92-4CC2-AFCB-50E776818125}"/>
              </a:ext>
            </a:extLst>
          </p:cNvPr>
          <p:cNvSpPr txBox="1"/>
          <p:nvPr/>
        </p:nvSpPr>
        <p:spPr>
          <a:xfrm>
            <a:off x="5223752" y="5032150"/>
            <a:ext cx="1731523" cy="1200329"/>
          </a:xfrm>
          <a:prstGeom prst="rect">
            <a:avLst/>
          </a:prstGeom>
          <a:gradFill>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p:spPr>
        <p:txBody>
          <a:bodyPr wrap="square" rtlCol="0">
            <a:spAutoFit/>
          </a:bodyPr>
          <a:lstStyle/>
          <a:p>
            <a:r>
              <a:rPr lang="en-US"/>
              <a:t>Autoriteti Rregullator për Shërbimet e Ujit (ARRU)</a:t>
            </a:r>
          </a:p>
        </p:txBody>
      </p:sp>
    </p:spTree>
    <p:extLst>
      <p:ext uri="{BB962C8B-B14F-4D97-AF65-F5344CB8AC3E}">
        <p14:creationId xmlns:p14="http://schemas.microsoft.com/office/powerpoint/2010/main" val="321803965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6ED239-7EB1-4D27-9B68-0ED111B7D7BD}"/>
              </a:ext>
            </a:extLst>
          </p:cNvPr>
          <p:cNvSpPr>
            <a:spLocks noGrp="1"/>
          </p:cNvSpPr>
          <p:nvPr>
            <p:ph type="title"/>
          </p:nvPr>
        </p:nvSpPr>
        <p:spPr/>
        <p:txBody>
          <a:bodyPr/>
          <a:lstStyle/>
          <a:p>
            <a:r>
              <a:rPr lang="en-US" sz="1875" b="1">
                <a:latin typeface="Times New Roman" panose="02020603050405020304" pitchFamily="18" charset="0"/>
                <a:cs typeface="Times New Roman" panose="02020603050405020304" pitchFamily="18" charset="0"/>
              </a:rPr>
              <a:t>2. Qëllimi dhe Objektivat e Punimit</a:t>
            </a:r>
            <a:br>
              <a:rPr lang="en-US" b="1"/>
            </a:br>
            <a:endParaRPr lang="en-US"/>
          </a:p>
        </p:txBody>
      </p:sp>
      <p:sp>
        <p:nvSpPr>
          <p:cNvPr id="3" name="Content Placeholder 2">
            <a:extLst>
              <a:ext uri="{FF2B5EF4-FFF2-40B4-BE49-F238E27FC236}">
                <a16:creationId xmlns:a16="http://schemas.microsoft.com/office/drawing/2014/main" id="{88EE977E-F776-4B1A-9DB5-A19EC6DF3274}"/>
              </a:ext>
            </a:extLst>
          </p:cNvPr>
          <p:cNvSpPr>
            <a:spLocks noGrp="1"/>
          </p:cNvSpPr>
          <p:nvPr>
            <p:ph idx="1"/>
          </p:nvPr>
        </p:nvSpPr>
        <p:spPr>
          <a:xfrm>
            <a:off x="406168" y="1142862"/>
            <a:ext cx="8285345" cy="4993987"/>
          </a:xfrm>
        </p:spPr>
        <p:txBody>
          <a:bodyPr>
            <a:normAutofit fontScale="85000" lnSpcReduction="20000"/>
          </a:bodyPr>
          <a:lstStyle/>
          <a:p>
            <a:pPr marL="342892" lvl="1" indent="0">
              <a:buNone/>
            </a:pPr>
            <a:r>
              <a:rPr lang="en-US">
                <a:latin typeface="Times New Roman" panose="02020603050405020304" pitchFamily="18" charset="0"/>
                <a:cs typeface="Times New Roman" panose="02020603050405020304" pitchFamily="18" charset="0"/>
              </a:rPr>
              <a:t>Krijimi i një harte digjitale të rrjetit të ujësjellësit për një zonë urbane të qytetit të Ferizajt.</a:t>
            </a:r>
          </a:p>
          <a:p>
            <a:pPr marL="342892" lvl="1" indent="0">
              <a:buNone/>
            </a:pPr>
            <a:r>
              <a:rPr lang="en-US">
                <a:latin typeface="Times New Roman" panose="02020603050405020304" pitchFamily="18" charset="0"/>
                <a:cs typeface="Times New Roman" panose="02020603050405020304" pitchFamily="18" charset="0"/>
              </a:rPr>
              <a:t>Ndërtimi i një baze të strukturuar të të dhënave hapësinore dhe atributive përmes GIS.</a:t>
            </a:r>
          </a:p>
          <a:p>
            <a:pPr marL="342892" lvl="1" indent="0">
              <a:buNone/>
            </a:pPr>
            <a:r>
              <a:rPr lang="en-US">
                <a:latin typeface="Times New Roman" panose="02020603050405020304" pitchFamily="18" charset="0"/>
                <a:cs typeface="Times New Roman" panose="02020603050405020304" pitchFamily="18" charset="0"/>
              </a:rPr>
              <a:t>Zhvillimi i hartave tematike për analiza të mëtejshme.</a:t>
            </a:r>
            <a:br>
              <a:rPr lang="en-US">
                <a:latin typeface="Times New Roman" panose="02020603050405020304" pitchFamily="18" charset="0"/>
                <a:cs typeface="Times New Roman" panose="02020603050405020304" pitchFamily="18" charset="0"/>
              </a:rPr>
            </a:br>
            <a:endParaRPr lang="en-US">
              <a:latin typeface="Times New Roman" panose="02020603050405020304" pitchFamily="18" charset="0"/>
              <a:cs typeface="Times New Roman" panose="02020603050405020304" pitchFamily="18" charset="0"/>
            </a:endParaRPr>
          </a:p>
          <a:p>
            <a:pPr marL="342892" lvl="1" indent="0">
              <a:buNone/>
            </a:pPr>
            <a:r>
              <a:rPr lang="en-US" b="1">
                <a:latin typeface="Times New Roman" panose="02020603050405020304" pitchFamily="18" charset="0"/>
                <a:cs typeface="Times New Roman" panose="02020603050405020304" pitchFamily="18" charset="0"/>
              </a:rPr>
              <a:t>Hartat tematike përfshijnë:</a:t>
            </a:r>
            <a:br>
              <a:rPr lang="en-US" b="1">
                <a:latin typeface="Times New Roman" panose="02020603050405020304" pitchFamily="18" charset="0"/>
                <a:cs typeface="Times New Roman" panose="02020603050405020304" pitchFamily="18" charset="0"/>
              </a:rPr>
            </a:br>
            <a:r>
              <a:rPr lang="en-US">
                <a:latin typeface="Times New Roman" panose="02020603050405020304" pitchFamily="18" charset="0"/>
                <a:cs typeface="Times New Roman" panose="02020603050405020304" pitchFamily="18" charset="0"/>
              </a:rPr>
              <a:t>Harta kryesore e rrjetit të ujësjellësit për zonën urbane (lagjja e re)</a:t>
            </a:r>
          </a:p>
          <a:p>
            <a:pPr marL="342892" lvl="1" indent="0">
              <a:buNone/>
            </a:pPr>
            <a:r>
              <a:rPr lang="en-US">
                <a:latin typeface="Times New Roman" panose="02020603050405020304" pitchFamily="18" charset="0"/>
                <a:cs typeface="Times New Roman" panose="02020603050405020304" pitchFamily="18" charset="0"/>
              </a:rPr>
              <a:t>Hartën e humbjeve të ujit .</a:t>
            </a:r>
          </a:p>
          <a:p>
            <a:pPr marL="342892" lvl="1" indent="0">
              <a:buNone/>
            </a:pPr>
            <a:r>
              <a:rPr lang="en-US">
                <a:latin typeface="Times New Roman" panose="02020603050405020304" pitchFamily="18" charset="0"/>
                <a:cs typeface="Times New Roman" panose="02020603050405020304" pitchFamily="18" charset="0"/>
              </a:rPr>
              <a:t>Hartën e borxheve sipas tipologjisë së objekteve dhe kateve.</a:t>
            </a:r>
          </a:p>
          <a:p>
            <a:pPr marL="342892" lvl="1" indent="0">
              <a:buNone/>
            </a:pPr>
            <a:r>
              <a:rPr lang="en-US">
                <a:latin typeface="Times New Roman" panose="02020603050405020304" pitchFamily="18" charset="0"/>
                <a:cs typeface="Times New Roman" panose="02020603050405020304" pitchFamily="18" charset="0"/>
              </a:rPr>
              <a:t>Harta e përdorimit - ndarjen e njësive afariste dhe atyre të banimit ose amvisërisë.</a:t>
            </a:r>
            <a:br>
              <a:rPr lang="en-US">
                <a:latin typeface="Times New Roman" panose="02020603050405020304" pitchFamily="18" charset="0"/>
                <a:cs typeface="Times New Roman" panose="02020603050405020304" pitchFamily="18" charset="0"/>
              </a:rPr>
            </a:br>
            <a:endParaRPr lang="en-US">
              <a:latin typeface="Times New Roman" panose="02020603050405020304" pitchFamily="18" charset="0"/>
              <a:cs typeface="Times New Roman" panose="02020603050405020304" pitchFamily="18" charset="0"/>
            </a:endParaRPr>
          </a:p>
          <a:p>
            <a:pPr marL="342892" lvl="1" indent="0">
              <a:buNone/>
            </a:pPr>
            <a:r>
              <a:rPr lang="en-US" b="1">
                <a:latin typeface="Times New Roman" panose="02020603050405020304" pitchFamily="18" charset="0"/>
                <a:cs typeface="Times New Roman" panose="02020603050405020304" pitchFamily="18" charset="0"/>
              </a:rPr>
              <a:t>Objektivat kryesore:</a:t>
            </a:r>
            <a:endParaRPr lang="en-US">
              <a:latin typeface="Times New Roman" panose="02020603050405020304" pitchFamily="18" charset="0"/>
              <a:cs typeface="Times New Roman" panose="02020603050405020304" pitchFamily="18" charset="0"/>
            </a:endParaRPr>
          </a:p>
          <a:p>
            <a:pPr marL="342892" lvl="1" indent="0">
              <a:buNone/>
            </a:pPr>
            <a:r>
              <a:rPr lang="en-US">
                <a:latin typeface="Times New Roman" panose="02020603050405020304" pitchFamily="18" charset="0"/>
                <a:cs typeface="Times New Roman" panose="02020603050405020304" pitchFamily="18" charset="0"/>
              </a:rPr>
              <a:t>Ndërtimi i kadastrit digjital të rrjetit përçues të ujit.</a:t>
            </a:r>
          </a:p>
          <a:p>
            <a:pPr marL="342892" lvl="1" indent="0">
              <a:buNone/>
            </a:pPr>
            <a:r>
              <a:rPr lang="en-US">
                <a:latin typeface="Times New Roman" panose="02020603050405020304" pitchFamily="18" charset="0"/>
                <a:cs typeface="Times New Roman" panose="02020603050405020304" pitchFamily="18" charset="0"/>
              </a:rPr>
              <a:t>Modelimi dhe standardizimi i të dhënave për analiza dhe publikim online në të ardhmen e afërt.</a:t>
            </a:r>
            <a:br>
              <a:rPr lang="en-US">
                <a:latin typeface="Times New Roman" panose="02020603050405020304" pitchFamily="18" charset="0"/>
                <a:cs typeface="Times New Roman" panose="02020603050405020304" pitchFamily="18" charset="0"/>
              </a:rPr>
            </a:br>
            <a:r>
              <a:rPr lang="en-US">
                <a:latin typeface="Times New Roman" panose="02020603050405020304" pitchFamily="18" charset="0"/>
                <a:cs typeface="Times New Roman" panose="02020603050405020304" pitchFamily="18" charset="0"/>
              </a:rPr>
              <a:t>Përgaditja e të dhënave për publikim përmes GeoServer (WMS, WFS) dhe zhvillimi i platformës interaktive WebGIS (OpenLayers).</a:t>
            </a:r>
          </a:p>
          <a:p>
            <a:pPr marL="0" indent="0">
              <a:buNone/>
            </a:pPr>
            <a:endParaRPr lang="en-US"/>
          </a:p>
        </p:txBody>
      </p:sp>
    </p:spTree>
    <p:extLst>
      <p:ext uri="{BB962C8B-B14F-4D97-AF65-F5344CB8AC3E}">
        <p14:creationId xmlns:p14="http://schemas.microsoft.com/office/powerpoint/2010/main" val="2897964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9F325B-2F7A-47E3-A4C9-C38C37AA8DF3}"/>
              </a:ext>
            </a:extLst>
          </p:cNvPr>
          <p:cNvSpPr>
            <a:spLocks noGrp="1"/>
          </p:cNvSpPr>
          <p:nvPr>
            <p:ph type="title"/>
          </p:nvPr>
        </p:nvSpPr>
        <p:spPr>
          <a:xfrm>
            <a:off x="628650" y="631478"/>
            <a:ext cx="7886700" cy="290510"/>
          </a:xfrm>
        </p:spPr>
        <p:txBody>
          <a:bodyPr>
            <a:noAutofit/>
          </a:bodyPr>
          <a:lstStyle/>
          <a:p>
            <a:r>
              <a:rPr lang="en-US" sz="2500" b="1" i="1" u="sng">
                <a:latin typeface="Times New Roman" panose="02020603050405020304" pitchFamily="18" charset="0"/>
                <a:cs typeface="Times New Roman" panose="02020603050405020304" pitchFamily="18" charset="0"/>
              </a:rPr>
              <a:t>Pjesa e dytë</a:t>
            </a:r>
            <a:endParaRPr lang="en-US" sz="2500"/>
          </a:p>
        </p:txBody>
      </p:sp>
      <p:sp>
        <p:nvSpPr>
          <p:cNvPr id="3" name="Content Placeholder 2">
            <a:extLst>
              <a:ext uri="{FF2B5EF4-FFF2-40B4-BE49-F238E27FC236}">
                <a16:creationId xmlns:a16="http://schemas.microsoft.com/office/drawing/2014/main" id="{EC932AB6-E67E-4E01-9D71-813161D95067}"/>
              </a:ext>
            </a:extLst>
          </p:cNvPr>
          <p:cNvSpPr>
            <a:spLocks noGrp="1"/>
          </p:cNvSpPr>
          <p:nvPr>
            <p:ph idx="1"/>
          </p:nvPr>
        </p:nvSpPr>
        <p:spPr>
          <a:xfrm>
            <a:off x="628650" y="1600202"/>
            <a:ext cx="7886700" cy="3889772"/>
          </a:xfrm>
        </p:spPr>
        <p:txBody>
          <a:bodyPr>
            <a:normAutofit lnSpcReduction="10000"/>
          </a:bodyPr>
          <a:lstStyle/>
          <a:p>
            <a:pPr marL="0" indent="0">
              <a:buNone/>
            </a:pPr>
            <a:r>
              <a:rPr lang="en-US" sz="1900">
                <a:latin typeface="Times New Roman" panose="02020603050405020304" pitchFamily="18" charset="0"/>
                <a:cs typeface="Times New Roman" panose="02020603050405020304" pitchFamily="18" charset="0"/>
              </a:rPr>
              <a:t>3. </a:t>
            </a:r>
            <a:r>
              <a:rPr lang="en-US" sz="1900" b="1">
                <a:latin typeface="Times New Roman" panose="02020603050405020304" pitchFamily="18" charset="0"/>
                <a:cs typeface="Times New Roman" panose="02020603050405020304" pitchFamily="18" charset="0"/>
              </a:rPr>
              <a:t>Grumbullimi i të dhënave</a:t>
            </a:r>
            <a:br>
              <a:rPr lang="en-US" sz="1875" b="1">
                <a:latin typeface="Times New Roman" panose="02020603050405020304" pitchFamily="18" charset="0"/>
                <a:cs typeface="Times New Roman" panose="02020603050405020304" pitchFamily="18" charset="0"/>
              </a:rPr>
            </a:br>
            <a:endParaRPr lang="en-US" sz="1875" b="1">
              <a:latin typeface="Times New Roman" panose="02020603050405020304" pitchFamily="18" charset="0"/>
              <a:cs typeface="Times New Roman" panose="02020603050405020304" pitchFamily="18" charset="0"/>
            </a:endParaRPr>
          </a:p>
          <a:p>
            <a:pPr marL="0" indent="0">
              <a:buNone/>
            </a:pPr>
            <a:r>
              <a:rPr lang="en-US" sz="1500" b="1">
                <a:latin typeface="Times New Roman" panose="02020603050405020304" pitchFamily="18" charset="0"/>
                <a:cs typeface="Times New Roman" panose="02020603050405020304" pitchFamily="18" charset="0"/>
              </a:rPr>
              <a:t>Rëndësia e grumbullimit të të dhënave</a:t>
            </a:r>
            <a:endParaRPr lang="en-US" sz="1500">
              <a:latin typeface="Times New Roman" panose="02020603050405020304" pitchFamily="18" charset="0"/>
              <a:cs typeface="Times New Roman" panose="02020603050405020304" pitchFamily="18" charset="0"/>
            </a:endParaRPr>
          </a:p>
          <a:p>
            <a:pPr marL="0" indent="0">
              <a:buNone/>
            </a:pPr>
            <a:r>
              <a:rPr lang="en-US" sz="1500">
                <a:latin typeface="Times New Roman" panose="02020603050405020304" pitchFamily="18" charset="0"/>
                <a:cs typeface="Times New Roman" panose="02020603050405020304" pitchFamily="18" charset="0"/>
              </a:rPr>
              <a:t>Fazë thelbësore për realizimin e punimit</a:t>
            </a:r>
          </a:p>
          <a:p>
            <a:pPr marL="0" indent="0">
              <a:buNone/>
            </a:pPr>
            <a:r>
              <a:rPr lang="en-US" sz="1500">
                <a:latin typeface="Times New Roman" panose="02020603050405020304" pitchFamily="18" charset="0"/>
                <a:cs typeface="Times New Roman" panose="02020603050405020304" pitchFamily="18" charset="0"/>
              </a:rPr>
              <a:t>Ndikon drejtpërdrejt në saktësinë e modelimit</a:t>
            </a:r>
          </a:p>
          <a:p>
            <a:pPr marL="0" indent="0">
              <a:buNone/>
            </a:pPr>
            <a:r>
              <a:rPr lang="en-US" sz="1500">
                <a:latin typeface="Times New Roman" panose="02020603050405020304" pitchFamily="18" charset="0"/>
                <a:cs typeface="Times New Roman" panose="02020603050405020304" pitchFamily="18" charset="0"/>
              </a:rPr>
              <a:t>Burime institucionale dhe verifikim në terren</a:t>
            </a:r>
            <a:br>
              <a:rPr lang="en-US" sz="1500">
                <a:latin typeface="Times New Roman" panose="02020603050405020304" pitchFamily="18" charset="0"/>
                <a:cs typeface="Times New Roman" panose="02020603050405020304" pitchFamily="18" charset="0"/>
              </a:rPr>
            </a:br>
            <a:endParaRPr lang="en-US" sz="1500">
              <a:latin typeface="Times New Roman" panose="02020603050405020304" pitchFamily="18" charset="0"/>
              <a:cs typeface="Times New Roman" panose="02020603050405020304" pitchFamily="18" charset="0"/>
            </a:endParaRPr>
          </a:p>
          <a:p>
            <a:pPr marL="0" indent="0">
              <a:buNone/>
            </a:pPr>
            <a:r>
              <a:rPr lang="en-US" sz="1500">
                <a:latin typeface="Times New Roman" panose="02020603050405020304" pitchFamily="18" charset="0"/>
                <a:cs typeface="Times New Roman" panose="02020603050405020304" pitchFamily="18" charset="0"/>
              </a:rPr>
              <a:t>Ndarja e të dhënave:</a:t>
            </a:r>
          </a:p>
          <a:p>
            <a:pPr lvl="1">
              <a:buFont typeface="Wingdings" panose="05000000000000000000" pitchFamily="2" charset="2"/>
              <a:buChar char="Ø"/>
            </a:pPr>
            <a:r>
              <a:rPr lang="en-US" sz="1500">
                <a:latin typeface="Times New Roman" panose="02020603050405020304" pitchFamily="18" charset="0"/>
                <a:cs typeface="Times New Roman" panose="02020603050405020304" pitchFamily="18" charset="0"/>
              </a:rPr>
              <a:t>Të dhëna primare</a:t>
            </a:r>
          </a:p>
          <a:p>
            <a:pPr lvl="1">
              <a:buFont typeface="Wingdings" panose="05000000000000000000" pitchFamily="2" charset="2"/>
              <a:buChar char="Ø"/>
            </a:pPr>
            <a:r>
              <a:rPr lang="en-US" sz="1500">
                <a:latin typeface="Times New Roman" panose="02020603050405020304" pitchFamily="18" charset="0"/>
                <a:cs typeface="Times New Roman" panose="02020603050405020304" pitchFamily="18" charset="0"/>
              </a:rPr>
              <a:t>Të dhëna sekondare</a:t>
            </a:r>
          </a:p>
          <a:p>
            <a:pPr marL="0" indent="0">
              <a:buNone/>
            </a:pPr>
            <a:r>
              <a:rPr lang="en-US"/>
              <a:t>	</a:t>
            </a:r>
            <a:br>
              <a:rPr lang="en-US"/>
            </a:br>
            <a:endParaRPr lang="en-US"/>
          </a:p>
        </p:txBody>
      </p:sp>
      <p:graphicFrame>
        <p:nvGraphicFramePr>
          <p:cNvPr id="4" name="Diagram 3">
            <a:extLst>
              <a:ext uri="{FF2B5EF4-FFF2-40B4-BE49-F238E27FC236}">
                <a16:creationId xmlns:a16="http://schemas.microsoft.com/office/drawing/2014/main" id="{5052CA4D-EE3F-43F5-A11A-94659A94DFC7}"/>
              </a:ext>
            </a:extLst>
          </p:cNvPr>
          <p:cNvGraphicFramePr/>
          <p:nvPr>
            <p:extLst>
              <p:ext uri="{D42A27DB-BD31-4B8C-83A1-F6EECF244321}">
                <p14:modId xmlns:p14="http://schemas.microsoft.com/office/powerpoint/2010/main" val="2018993253"/>
              </p:ext>
            </p:extLst>
          </p:nvPr>
        </p:nvGraphicFramePr>
        <p:xfrm>
          <a:off x="4438652" y="2007396"/>
          <a:ext cx="4383881" cy="330358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40530171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D638399F-F4BA-4EA2-91D5-881E8618F5EA}"/>
              </a:ext>
            </a:extLst>
          </p:cNvPr>
          <p:cNvPicPr>
            <a:picLocks noChangeAspect="1"/>
          </p:cNvPicPr>
          <p:nvPr/>
        </p:nvPicPr>
        <p:blipFill>
          <a:blip r:embed="rId2">
            <a:extLst>
              <a:ext uri="{BEBA8EAE-BF5A-486C-A8C5-ECC9F3942E4B}">
                <a14:imgProps xmlns:a14="http://schemas.microsoft.com/office/drawing/2010/main">
                  <a14:imgLayer r:embed="rId3">
                    <a14:imgEffect>
                      <a14:brightnessContrast contrast="40000"/>
                    </a14:imgEffect>
                  </a14:imgLayer>
                </a14:imgProps>
              </a:ext>
              <a:ext uri="{28A0092B-C50C-407E-A947-70E740481C1C}">
                <a14:useLocalDpi xmlns:a14="http://schemas.microsoft.com/office/drawing/2010/main" val="0"/>
              </a:ext>
            </a:extLst>
          </a:blip>
          <a:stretch>
            <a:fillRect/>
          </a:stretch>
        </p:blipFill>
        <p:spPr>
          <a:xfrm>
            <a:off x="1706252" y="857249"/>
            <a:ext cx="7437749" cy="4183733"/>
          </a:xfrm>
          <a:prstGeom prst="rect">
            <a:avLst/>
          </a:prstGeom>
          <a:noFill/>
          <a:effectLst>
            <a:softEdge rad="431800"/>
          </a:effectLst>
        </p:spPr>
      </p:pic>
      <p:sp>
        <p:nvSpPr>
          <p:cNvPr id="2" name="Title 1">
            <a:extLst>
              <a:ext uri="{FF2B5EF4-FFF2-40B4-BE49-F238E27FC236}">
                <a16:creationId xmlns:a16="http://schemas.microsoft.com/office/drawing/2014/main" id="{3D66B80F-A507-48B5-85E8-02FBBC43728F}"/>
              </a:ext>
            </a:extLst>
          </p:cNvPr>
          <p:cNvSpPr>
            <a:spLocks noGrp="1"/>
          </p:cNvSpPr>
          <p:nvPr>
            <p:ph type="title"/>
          </p:nvPr>
        </p:nvSpPr>
        <p:spPr>
          <a:xfrm>
            <a:off x="628650" y="176966"/>
            <a:ext cx="7886700" cy="539471"/>
          </a:xfrm>
        </p:spPr>
        <p:txBody>
          <a:bodyPr>
            <a:normAutofit fontScale="90000"/>
          </a:bodyPr>
          <a:lstStyle/>
          <a:p>
            <a:r>
              <a:rPr lang="en-US" sz="2400" b="1">
                <a:latin typeface="Times New Roman" panose="02020603050405020304" pitchFamily="18" charset="0"/>
                <a:cs typeface="Times New Roman" panose="02020603050405020304" pitchFamily="18" charset="0"/>
              </a:rPr>
              <a:t>Të dhënat primare dhe sekondare</a:t>
            </a:r>
            <a:br>
              <a:rPr lang="en-US" sz="1875" b="1">
                <a:latin typeface="Times New Roman" panose="02020603050405020304" pitchFamily="18" charset="0"/>
                <a:cs typeface="Times New Roman" panose="02020603050405020304" pitchFamily="18" charset="0"/>
              </a:rPr>
            </a:br>
            <a:endParaRPr lang="en-US" sz="1875">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365B2DC6-F0C6-4F2A-A1C5-3CA4FB295565}"/>
              </a:ext>
            </a:extLst>
          </p:cNvPr>
          <p:cNvSpPr>
            <a:spLocks noGrp="1"/>
          </p:cNvSpPr>
          <p:nvPr>
            <p:ph idx="1"/>
          </p:nvPr>
        </p:nvSpPr>
        <p:spPr>
          <a:xfrm>
            <a:off x="440114" y="859533"/>
            <a:ext cx="7886700" cy="3725466"/>
          </a:xfrm>
        </p:spPr>
        <p:txBody>
          <a:bodyPr>
            <a:normAutofit fontScale="25000" lnSpcReduction="20000"/>
          </a:bodyPr>
          <a:lstStyle/>
          <a:p>
            <a:pPr>
              <a:buFont typeface="Wingdings" panose="05000000000000000000" pitchFamily="2" charset="2"/>
              <a:buChar char="v"/>
            </a:pPr>
            <a:r>
              <a:rPr lang="en-US" sz="7200" b="1">
                <a:latin typeface="Times New Roman" panose="02020603050405020304" pitchFamily="18" charset="0"/>
                <a:cs typeface="Times New Roman" panose="02020603050405020304" pitchFamily="18" charset="0"/>
              </a:rPr>
              <a:t>Të dhënat primare</a:t>
            </a:r>
            <a:endParaRPr lang="en-US" sz="7200">
              <a:latin typeface="Times New Roman" panose="02020603050405020304" pitchFamily="18" charset="0"/>
              <a:cs typeface="Times New Roman" panose="02020603050405020304" pitchFamily="18" charset="0"/>
            </a:endParaRPr>
          </a:p>
          <a:p>
            <a:pPr marL="0" indent="0">
              <a:buNone/>
            </a:pPr>
            <a:r>
              <a:rPr lang="en-US" sz="7200">
                <a:latin typeface="Times New Roman" panose="02020603050405020304" pitchFamily="18" charset="0"/>
                <a:cs typeface="Times New Roman" panose="02020603050405020304" pitchFamily="18" charset="0"/>
              </a:rPr>
              <a:t>Siguruar nga KRU “Bifurkacioni” Ferizaj</a:t>
            </a:r>
          </a:p>
          <a:p>
            <a:pPr marL="0" indent="0">
              <a:buNone/>
            </a:pPr>
            <a:r>
              <a:rPr lang="en-US" sz="7200">
                <a:latin typeface="Times New Roman" panose="02020603050405020304" pitchFamily="18" charset="0"/>
                <a:cs typeface="Times New Roman" panose="02020603050405020304" pitchFamily="18" charset="0"/>
              </a:rPr>
              <a:t>Gypa furnizues, shpërndarës dhe lidhës</a:t>
            </a:r>
          </a:p>
          <a:p>
            <a:pPr marL="0" indent="0">
              <a:buNone/>
            </a:pPr>
            <a:r>
              <a:rPr lang="en-US" sz="7200">
                <a:latin typeface="Times New Roman" panose="02020603050405020304" pitchFamily="18" charset="0"/>
                <a:cs typeface="Times New Roman" panose="02020603050405020304" pitchFamily="18" charset="0"/>
              </a:rPr>
              <a:t>Materiali, dimensionet, thellësia, viti i instalimit</a:t>
            </a:r>
          </a:p>
          <a:p>
            <a:pPr marL="0" indent="0">
              <a:buNone/>
            </a:pPr>
            <a:r>
              <a:rPr lang="en-US" sz="7200">
                <a:latin typeface="Times New Roman" panose="02020603050405020304" pitchFamily="18" charset="0"/>
                <a:cs typeface="Times New Roman" panose="02020603050405020304" pitchFamily="18" charset="0"/>
              </a:rPr>
              <a:t>Ujëmatës zonalë, kolektivë dhe individualë</a:t>
            </a:r>
          </a:p>
          <a:p>
            <a:pPr marL="0" indent="0">
              <a:buNone/>
            </a:pPr>
            <a:r>
              <a:rPr lang="en-US" sz="7200">
                <a:latin typeface="Times New Roman" panose="02020603050405020304" pitchFamily="18" charset="0"/>
                <a:cs typeface="Times New Roman" panose="02020603050405020304" pitchFamily="18" charset="0"/>
              </a:rPr>
              <a:t>Plotësim i pjesëve që mungonin sipas logjikës funksionale të rrjetit</a:t>
            </a:r>
            <a:br>
              <a:rPr lang="en-US" sz="7200">
                <a:latin typeface="Times New Roman" panose="02020603050405020304" pitchFamily="18" charset="0"/>
                <a:cs typeface="Times New Roman" panose="02020603050405020304" pitchFamily="18" charset="0"/>
              </a:rPr>
            </a:br>
            <a:br>
              <a:rPr lang="en-US" sz="7200">
                <a:latin typeface="Times New Roman" panose="02020603050405020304" pitchFamily="18" charset="0"/>
                <a:cs typeface="Times New Roman" panose="02020603050405020304" pitchFamily="18" charset="0"/>
              </a:rPr>
            </a:br>
            <a:endParaRPr lang="en-US" sz="7200">
              <a:latin typeface="Times New Roman" panose="02020603050405020304" pitchFamily="18" charset="0"/>
              <a:cs typeface="Times New Roman" panose="02020603050405020304" pitchFamily="18" charset="0"/>
            </a:endParaRPr>
          </a:p>
          <a:p>
            <a:pPr>
              <a:buFont typeface="Wingdings" panose="05000000000000000000" pitchFamily="2" charset="2"/>
              <a:buChar char="v"/>
            </a:pPr>
            <a:r>
              <a:rPr lang="en-US" sz="7200" b="1">
                <a:latin typeface="Times New Roman" panose="02020603050405020304" pitchFamily="18" charset="0"/>
                <a:cs typeface="Times New Roman" panose="02020603050405020304" pitchFamily="18" charset="0"/>
              </a:rPr>
              <a:t>Të dhënat sekondare</a:t>
            </a:r>
            <a:endParaRPr lang="en-US" sz="7200">
              <a:latin typeface="Times New Roman" panose="02020603050405020304" pitchFamily="18" charset="0"/>
              <a:cs typeface="Times New Roman" panose="02020603050405020304" pitchFamily="18" charset="0"/>
            </a:endParaRPr>
          </a:p>
          <a:p>
            <a:pPr marL="0" indent="0">
              <a:buNone/>
            </a:pPr>
            <a:r>
              <a:rPr lang="en-US" sz="7200">
                <a:latin typeface="Times New Roman" panose="02020603050405020304" pitchFamily="18" charset="0"/>
                <a:cs typeface="Times New Roman" panose="02020603050405020304" pitchFamily="18" charset="0"/>
              </a:rPr>
              <a:t>Mbledhje direkte në terren (vëzhgim, fotografi, shënime)</a:t>
            </a:r>
          </a:p>
          <a:p>
            <a:pPr marL="0" indent="0">
              <a:buNone/>
            </a:pPr>
            <a:r>
              <a:rPr lang="en-US" sz="7200">
                <a:latin typeface="Times New Roman" panose="02020603050405020304" pitchFamily="18" charset="0"/>
                <a:cs typeface="Times New Roman" panose="02020603050405020304" pitchFamily="18" charset="0"/>
              </a:rPr>
              <a:t>Objekte nga:</a:t>
            </a:r>
          </a:p>
          <a:p>
            <a:pPr marL="342892" lvl="1" indent="0">
              <a:buNone/>
            </a:pPr>
            <a:r>
              <a:rPr lang="en-US" sz="7200">
                <a:latin typeface="Times New Roman" panose="02020603050405020304" pitchFamily="18" charset="0"/>
                <a:cs typeface="Times New Roman" panose="02020603050405020304" pitchFamily="18" charset="0"/>
              </a:rPr>
              <a:t>Geoportali i Kosovës</a:t>
            </a:r>
          </a:p>
          <a:p>
            <a:pPr marL="342892" lvl="1" indent="0">
              <a:buNone/>
            </a:pPr>
            <a:r>
              <a:rPr lang="en-US" sz="7200">
                <a:latin typeface="Times New Roman" panose="02020603050405020304" pitchFamily="18" charset="0"/>
                <a:cs typeface="Times New Roman" panose="02020603050405020304" pitchFamily="18" charset="0"/>
              </a:rPr>
              <a:t>Vektorizim nga ortofoto</a:t>
            </a:r>
          </a:p>
          <a:p>
            <a:pPr marL="0" indent="0">
              <a:buNone/>
            </a:pPr>
            <a:r>
              <a:rPr lang="en-US" sz="7200">
                <a:latin typeface="Times New Roman" panose="02020603050405020304" pitchFamily="18" charset="0"/>
                <a:cs typeface="Times New Roman" panose="02020603050405020304" pitchFamily="18" charset="0"/>
              </a:rPr>
              <a:t>Të dhëna mbi ndërtesat (kate, hyrje, shfrytëzim)</a:t>
            </a:r>
          </a:p>
          <a:p>
            <a:pPr marL="0" indent="0">
              <a:buNone/>
            </a:pPr>
            <a:r>
              <a:rPr lang="en-US" sz="7200">
                <a:latin typeface="Times New Roman" panose="02020603050405020304" pitchFamily="18" charset="0"/>
                <a:cs typeface="Times New Roman" panose="02020603050405020304" pitchFamily="18" charset="0"/>
              </a:rPr>
              <a:t>Rrjeti rrugor nga Geoportali (magjistrale, urbane, lokale)</a:t>
            </a:r>
          </a:p>
          <a:p>
            <a:pPr marL="0" indent="0">
              <a:buNone/>
            </a:pPr>
            <a:r>
              <a:rPr lang="en-US" sz="7200">
                <a:latin typeface="Times New Roman" panose="02020603050405020304" pitchFamily="18" charset="0"/>
                <a:cs typeface="Times New Roman" panose="02020603050405020304" pitchFamily="18" charset="0"/>
              </a:rPr>
              <a:t>Krijimi i bazës së strukturuar për modelim dhe analizë</a:t>
            </a:r>
          </a:p>
          <a:p>
            <a:pPr marL="0" indent="0">
              <a:buNone/>
            </a:pPr>
            <a:endParaRPr lang="en-US"/>
          </a:p>
        </p:txBody>
      </p:sp>
      <p:pic>
        <p:nvPicPr>
          <p:cNvPr id="5" name="Picture 4">
            <a:extLst>
              <a:ext uri="{FF2B5EF4-FFF2-40B4-BE49-F238E27FC236}">
                <a16:creationId xmlns:a16="http://schemas.microsoft.com/office/drawing/2014/main" id="{DF748E83-9286-4EE4-B202-B66D63F2710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887278" y="5995608"/>
            <a:ext cx="2486240" cy="560119"/>
          </a:xfrm>
          <a:prstGeom prst="rect">
            <a:avLst/>
          </a:prstGeom>
        </p:spPr>
      </p:pic>
      <p:pic>
        <p:nvPicPr>
          <p:cNvPr id="7" name="Picture 6">
            <a:extLst>
              <a:ext uri="{FF2B5EF4-FFF2-40B4-BE49-F238E27FC236}">
                <a16:creationId xmlns:a16="http://schemas.microsoft.com/office/drawing/2014/main" id="{866D47CE-EA11-4614-83C2-E86D7567BBC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627716" y="6001324"/>
            <a:ext cx="2166173" cy="554403"/>
          </a:xfrm>
          <a:prstGeom prst="rect">
            <a:avLst/>
          </a:prstGeom>
        </p:spPr>
      </p:pic>
    </p:spTree>
    <p:extLst>
      <p:ext uri="{BB962C8B-B14F-4D97-AF65-F5344CB8AC3E}">
        <p14:creationId xmlns:p14="http://schemas.microsoft.com/office/powerpoint/2010/main" val="123489452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BFA90A93-9A26-4B76-9DFA-2D0C0462FA3F}"/>
              </a:ext>
            </a:extLst>
          </p:cNvPr>
          <p:cNvPicPr>
            <a:picLocks noGrp="1" noChangeAspect="1"/>
          </p:cNvPicPr>
          <p:nvPr>
            <p:ph idx="1"/>
          </p:nvPr>
        </p:nvPicPr>
        <p:blipFill rotWithShape="1">
          <a:blip r:embed="rId2">
            <a:extLst>
              <a:ext uri="{28A0092B-C50C-407E-A947-70E740481C1C}">
                <a14:useLocalDpi xmlns:a14="http://schemas.microsoft.com/office/drawing/2010/main" val="0"/>
              </a:ext>
            </a:extLst>
          </a:blip>
          <a:srcRect b="25519"/>
          <a:stretch/>
        </p:blipFill>
        <p:spPr>
          <a:xfrm>
            <a:off x="374457" y="2513450"/>
            <a:ext cx="8395086" cy="4207566"/>
          </a:xfrm>
        </p:spPr>
      </p:pic>
      <p:sp>
        <p:nvSpPr>
          <p:cNvPr id="6" name="Title 1">
            <a:extLst>
              <a:ext uri="{FF2B5EF4-FFF2-40B4-BE49-F238E27FC236}">
                <a16:creationId xmlns:a16="http://schemas.microsoft.com/office/drawing/2014/main" id="{05ED2328-F3C5-4912-B1E1-D3DEB67CCB82}"/>
              </a:ext>
            </a:extLst>
          </p:cNvPr>
          <p:cNvSpPr>
            <a:spLocks noGrp="1"/>
          </p:cNvSpPr>
          <p:nvPr>
            <p:ph type="title"/>
          </p:nvPr>
        </p:nvSpPr>
        <p:spPr>
          <a:xfrm>
            <a:off x="628650" y="386500"/>
            <a:ext cx="7886700" cy="301658"/>
          </a:xfrm>
        </p:spPr>
        <p:txBody>
          <a:bodyPr>
            <a:noAutofit/>
          </a:bodyPr>
          <a:lstStyle/>
          <a:p>
            <a:pPr algn="ctr"/>
            <a:r>
              <a:rPr lang="en-US" sz="2000" b="1">
                <a:latin typeface="Times New Roman" panose="02020603050405020304" pitchFamily="18" charset="0"/>
                <a:cs typeface="Times New Roman" panose="02020603050405020304" pitchFamily="18" charset="0"/>
              </a:rPr>
              <a:t>4.Modelimi i të Dhënave dhe Klasifikimi i Komponenteve të Sistemit</a:t>
            </a:r>
            <a:br>
              <a:rPr lang="en-US" sz="2000" b="1">
                <a:latin typeface="Times New Roman" panose="02020603050405020304" pitchFamily="18" charset="0"/>
                <a:cs typeface="Times New Roman" panose="02020603050405020304" pitchFamily="18" charset="0"/>
              </a:rPr>
            </a:br>
            <a:endParaRPr lang="en-US" sz="2000">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25FBF1BA-28C4-4884-9522-0444AD95EBF9}"/>
              </a:ext>
            </a:extLst>
          </p:cNvPr>
          <p:cNvSpPr txBox="1"/>
          <p:nvPr/>
        </p:nvSpPr>
        <p:spPr>
          <a:xfrm>
            <a:off x="537327" y="823668"/>
            <a:ext cx="8069344" cy="1554272"/>
          </a:xfrm>
          <a:prstGeom prst="rect">
            <a:avLst/>
          </a:prstGeom>
          <a:noFill/>
        </p:spPr>
        <p:txBody>
          <a:bodyPr wrap="square" rtlCol="0">
            <a:spAutoFit/>
          </a:bodyPr>
          <a:lstStyle/>
          <a:p>
            <a:pPr algn="just"/>
            <a:r>
              <a:rPr lang="en-US" sz="1900">
                <a:latin typeface="Times New Roman" panose="02020603050405020304" pitchFamily="18" charset="0"/>
                <a:cs typeface="Times New Roman" panose="02020603050405020304" pitchFamily="18" charset="0"/>
              </a:rPr>
              <a:t>  </a:t>
            </a:r>
            <a:r>
              <a:rPr lang="sq-AL" sz="1900">
                <a:latin typeface="Times New Roman" panose="02020603050405020304" pitchFamily="18" charset="0"/>
                <a:cs typeface="Times New Roman" panose="02020603050405020304" pitchFamily="18" charset="0"/>
              </a:rPr>
              <a:t>Në kuadër të modelimit të sistemit të ujësjellësit, të dhënat e mbledhura dhe të implementuara janë të natyrës së kombinuar gjeohapësinore dhe tekstuale ose atributore. Të dhënat gjeohapësinore përfaqësojnë objektet në hapësirë përmes gjeometrive (linja, pika, poligone), ndërsa të dhënat atributore përshkruajnë karakteristikat teknike, administrative dhe funksionale të secilit objekt. </a:t>
            </a:r>
            <a:endParaRPr lang="en-US" sz="190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6186921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a:extLst>
              <a:ext uri="{FF2B5EF4-FFF2-40B4-BE49-F238E27FC236}">
                <a16:creationId xmlns:a16="http://schemas.microsoft.com/office/drawing/2014/main" id="{02EA7FBE-D247-49F2-B963-6F6B35707A36}"/>
              </a:ext>
            </a:extLst>
          </p:cNvPr>
          <p:cNvPicPr>
            <a:picLocks noGrp="1" noChangeAspect="1"/>
          </p:cNvPicPr>
          <p:nvPr>
            <p:ph idx="1"/>
          </p:nvPr>
        </p:nvPicPr>
        <p:blipFill>
          <a:blip r:embed="rId2"/>
          <a:stretch>
            <a:fillRect/>
          </a:stretch>
        </p:blipFill>
        <p:spPr>
          <a:xfrm>
            <a:off x="696039" y="1246565"/>
            <a:ext cx="5242776" cy="1328035"/>
          </a:xfrm>
          <a:prstGeom prst="rect">
            <a:avLst/>
          </a:prstGeom>
          <a:noFill/>
          <a:ln>
            <a:noFill/>
          </a:ln>
          <a:effectLst>
            <a:softEdge rad="76200"/>
          </a:effectLst>
        </p:spPr>
      </p:pic>
      <p:sp>
        <p:nvSpPr>
          <p:cNvPr id="2" name="Title 1">
            <a:extLst>
              <a:ext uri="{FF2B5EF4-FFF2-40B4-BE49-F238E27FC236}">
                <a16:creationId xmlns:a16="http://schemas.microsoft.com/office/drawing/2014/main" id="{AB2642FA-9E0A-4545-A67C-21DDDACE9BA5}"/>
              </a:ext>
            </a:extLst>
          </p:cNvPr>
          <p:cNvSpPr>
            <a:spLocks noGrp="1"/>
          </p:cNvSpPr>
          <p:nvPr>
            <p:ph type="title"/>
          </p:nvPr>
        </p:nvSpPr>
        <p:spPr>
          <a:xfrm>
            <a:off x="628650" y="386499"/>
            <a:ext cx="7886700" cy="499621"/>
          </a:xfrm>
        </p:spPr>
        <p:txBody>
          <a:bodyPr>
            <a:noAutofit/>
          </a:bodyPr>
          <a:lstStyle/>
          <a:p>
            <a:pPr algn="ctr"/>
            <a:r>
              <a:rPr lang="en-US" sz="2100" b="1">
                <a:latin typeface="Times New Roman" panose="02020603050405020304" pitchFamily="18" charset="0"/>
                <a:cs typeface="Times New Roman" panose="02020603050405020304" pitchFamily="18" charset="0"/>
              </a:rPr>
              <a:t>4.Modelimi i të Dhënave dhe Klasifikimi i Komponenteve të Sistemit</a:t>
            </a:r>
            <a:br>
              <a:rPr lang="en-US" sz="2100" b="1">
                <a:latin typeface="Times New Roman" panose="02020603050405020304" pitchFamily="18" charset="0"/>
                <a:cs typeface="Times New Roman" panose="02020603050405020304" pitchFamily="18" charset="0"/>
              </a:rPr>
            </a:br>
            <a:endParaRPr lang="en-US" sz="2100">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F415B12F-94A6-4918-A432-84B5B8359428}"/>
              </a:ext>
            </a:extLst>
          </p:cNvPr>
          <p:cNvSpPr/>
          <p:nvPr/>
        </p:nvSpPr>
        <p:spPr>
          <a:xfrm>
            <a:off x="1559767" y="1539877"/>
            <a:ext cx="5242775" cy="132803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3C9A61C2-3C06-43DE-A556-94F6B66AB756}"/>
              </a:ext>
            </a:extLst>
          </p:cNvPr>
          <p:cNvSpPr/>
          <p:nvPr/>
        </p:nvSpPr>
        <p:spPr>
          <a:xfrm>
            <a:off x="561261" y="886120"/>
            <a:ext cx="7886700" cy="5847755"/>
          </a:xfrm>
          <a:prstGeom prst="rect">
            <a:avLst/>
          </a:prstGeom>
        </p:spPr>
        <p:txBody>
          <a:bodyPr wrap="square">
            <a:spAutoFit/>
          </a:bodyPr>
          <a:lstStyle/>
          <a:p>
            <a:pPr lvl="0"/>
            <a:r>
              <a:rPr lang="sq-AL" b="1">
                <a:latin typeface="Times New Roman" panose="02020603050405020304" pitchFamily="18" charset="0"/>
                <a:cs typeface="Times New Roman" panose="02020603050405020304" pitchFamily="18" charset="0"/>
              </a:rPr>
              <a:t>Grupi i parë: Të dhënat e rrjetit të ujësjellësit</a:t>
            </a:r>
            <a:br>
              <a:rPr lang="en-US" b="1">
                <a:latin typeface="Times New Roman" panose="02020603050405020304" pitchFamily="18" charset="0"/>
                <a:cs typeface="Times New Roman" panose="02020603050405020304" pitchFamily="18" charset="0"/>
              </a:rPr>
            </a:br>
            <a:br>
              <a:rPr lang="en-US" b="1">
                <a:latin typeface="Times New Roman" panose="02020603050405020304" pitchFamily="18" charset="0"/>
                <a:cs typeface="Times New Roman" panose="02020603050405020304" pitchFamily="18" charset="0"/>
              </a:rPr>
            </a:br>
            <a:br>
              <a:rPr lang="en-US">
                <a:solidFill>
                  <a:srgbClr val="2F5496"/>
                </a:solidFill>
                <a:latin typeface="Times New Roman" panose="02020603050405020304" pitchFamily="18" charset="0"/>
                <a:ea typeface="MS Mincho" panose="02020609040205080304" pitchFamily="49" charset="-128"/>
                <a:cs typeface="Times New Roman" panose="02020603050405020304" pitchFamily="18" charset="0"/>
              </a:rPr>
            </a:br>
            <a:br>
              <a:rPr lang="en-US">
                <a:solidFill>
                  <a:srgbClr val="2F5496"/>
                </a:solidFill>
                <a:latin typeface="Times New Roman" panose="02020603050405020304" pitchFamily="18" charset="0"/>
                <a:ea typeface="MS Mincho" panose="02020609040205080304" pitchFamily="49" charset="-128"/>
                <a:cs typeface="Times New Roman" panose="02020603050405020304" pitchFamily="18" charset="0"/>
              </a:rPr>
            </a:br>
            <a:br>
              <a:rPr lang="en-US">
                <a:solidFill>
                  <a:srgbClr val="2F5496"/>
                </a:solidFill>
                <a:latin typeface="Times New Roman" panose="02020603050405020304" pitchFamily="18" charset="0"/>
                <a:ea typeface="MS Mincho" panose="02020609040205080304" pitchFamily="49" charset="-128"/>
                <a:cs typeface="Times New Roman" panose="02020603050405020304" pitchFamily="18" charset="0"/>
              </a:rPr>
            </a:br>
            <a:br>
              <a:rPr lang="en-US">
                <a:solidFill>
                  <a:srgbClr val="2F5496"/>
                </a:solidFill>
                <a:latin typeface="Times New Roman" panose="02020603050405020304" pitchFamily="18" charset="0"/>
                <a:ea typeface="MS Mincho" panose="02020609040205080304" pitchFamily="49" charset="-128"/>
                <a:cs typeface="Times New Roman" panose="02020603050405020304" pitchFamily="18" charset="0"/>
              </a:rPr>
            </a:br>
            <a:br>
              <a:rPr lang="en-US">
                <a:solidFill>
                  <a:srgbClr val="2F5496"/>
                </a:solidFill>
                <a:latin typeface="Times New Roman" panose="02020603050405020304" pitchFamily="18" charset="0"/>
                <a:ea typeface="MS Mincho" panose="02020609040205080304" pitchFamily="49" charset="-128"/>
                <a:cs typeface="Times New Roman" panose="02020603050405020304" pitchFamily="18" charset="0"/>
              </a:rPr>
            </a:br>
            <a:r>
              <a:rPr lang="sq-AL" b="1">
                <a:latin typeface="Times New Roman" panose="02020603050405020304" pitchFamily="18" charset="0"/>
                <a:cs typeface="Times New Roman" panose="02020603050405020304" pitchFamily="18" charset="0"/>
              </a:rPr>
              <a:t>Grupi i dytë: Të dhënat për ndërtesat, shtëpitë dhe konsumatorët ose</a:t>
            </a:r>
            <a:r>
              <a:rPr lang="en-US" b="1">
                <a:latin typeface="Times New Roman" panose="02020603050405020304" pitchFamily="18" charset="0"/>
                <a:cs typeface="Times New Roman" panose="02020603050405020304" pitchFamily="18" charset="0"/>
              </a:rPr>
              <a:t> </a:t>
            </a:r>
            <a:r>
              <a:rPr lang="sq-AL" b="1"/>
              <a:t>pronarët</a:t>
            </a:r>
            <a:r>
              <a:rPr lang="sq-AL" b="1">
                <a:latin typeface="Times New Roman" panose="02020603050405020304" pitchFamily="18" charset="0"/>
                <a:cs typeface="Times New Roman" panose="02020603050405020304" pitchFamily="18" charset="0"/>
              </a:rPr>
              <a:t> </a:t>
            </a:r>
            <a:br>
              <a:rPr lang="en-US" b="1">
                <a:latin typeface="Times New Roman" panose="02020603050405020304" pitchFamily="18" charset="0"/>
                <a:cs typeface="Times New Roman" panose="02020603050405020304" pitchFamily="18" charset="0"/>
              </a:rPr>
            </a:br>
            <a:br>
              <a:rPr lang="en-US" b="1">
                <a:latin typeface="Times New Roman" panose="02020603050405020304" pitchFamily="18" charset="0"/>
                <a:cs typeface="Times New Roman" panose="02020603050405020304" pitchFamily="18" charset="0"/>
              </a:rPr>
            </a:br>
            <a:r>
              <a:rPr lang="en-US" b="1">
                <a:latin typeface="Times New Roman" panose="02020603050405020304" pitchFamily="18" charset="0"/>
                <a:cs typeface="Times New Roman" panose="02020603050405020304" pitchFamily="18" charset="0"/>
              </a:rPr>
              <a:t>- </a:t>
            </a:r>
            <a:r>
              <a:rPr lang="en-US">
                <a:latin typeface="Times New Roman" panose="02020603050405020304" pitchFamily="18" charset="0"/>
                <a:cs typeface="Times New Roman" panose="02020603050405020304" pitchFamily="18" charset="0"/>
              </a:rPr>
              <a:t>ndërtesat shumë-njësore (matjet kolektive dhe individuale)</a:t>
            </a:r>
          </a:p>
          <a:p>
            <a:pPr lvl="0"/>
            <a:r>
              <a:rPr lang="en-US">
                <a:latin typeface="Times New Roman" panose="02020603050405020304" pitchFamily="18" charset="0"/>
                <a:cs typeface="Times New Roman" panose="02020603050405020304" pitchFamily="18" charset="0"/>
              </a:rPr>
              <a:t>- shtëpitë individuale (me matje direkte)</a:t>
            </a:r>
          </a:p>
          <a:p>
            <a:br>
              <a:rPr lang="en-US" b="1">
                <a:latin typeface="Times New Roman" panose="02020603050405020304" pitchFamily="18" charset="0"/>
                <a:cs typeface="Times New Roman" panose="02020603050405020304" pitchFamily="18" charset="0"/>
              </a:rPr>
            </a:br>
            <a:r>
              <a:rPr lang="sq-AL" b="1">
                <a:latin typeface="Times New Roman" panose="02020603050405020304" pitchFamily="18" charset="0"/>
                <a:cs typeface="Times New Roman" panose="02020603050405020304" pitchFamily="18" charset="0"/>
              </a:rPr>
              <a:t>Grupi i tretë: Të dhënat e rrugëve dhe orientimit territorial</a:t>
            </a:r>
            <a:r>
              <a:rPr lang="sq-AL" sz="1400">
                <a:solidFill>
                  <a:srgbClr val="2F5496"/>
                </a:solidFill>
                <a:latin typeface="Times New Roman" panose="02020603050405020304" pitchFamily="18" charset="0"/>
                <a:ea typeface="MS Mincho" panose="02020609040205080304" pitchFamily="49" charset="-128"/>
                <a:cs typeface="Times New Roman" panose="02020603050405020304" pitchFamily="18" charset="0"/>
              </a:rPr>
              <a:t> </a:t>
            </a:r>
            <a:br>
              <a:rPr lang="en-US" sz="1400">
                <a:solidFill>
                  <a:srgbClr val="2F5496"/>
                </a:solidFill>
                <a:latin typeface="Times New Roman" panose="02020603050405020304" pitchFamily="18" charset="0"/>
                <a:ea typeface="MS Mincho" panose="02020609040205080304" pitchFamily="49" charset="-128"/>
                <a:cs typeface="Times New Roman" panose="02020603050405020304" pitchFamily="18" charset="0"/>
              </a:rPr>
            </a:br>
            <a:br>
              <a:rPr lang="en-US" sz="1400">
                <a:solidFill>
                  <a:srgbClr val="2F5496"/>
                </a:solidFill>
                <a:latin typeface="Times New Roman" panose="02020603050405020304" pitchFamily="18" charset="0"/>
                <a:ea typeface="MS Mincho" panose="02020609040205080304" pitchFamily="49" charset="-128"/>
                <a:cs typeface="Times New Roman" panose="02020603050405020304" pitchFamily="18" charset="0"/>
              </a:rPr>
            </a:br>
            <a:r>
              <a:rPr lang="en-US">
                <a:latin typeface="Times New Roman" panose="02020603050405020304" pitchFamily="18" charset="0"/>
                <a:cs typeface="Times New Roman" panose="02020603050405020304" pitchFamily="18" charset="0"/>
              </a:rPr>
              <a:t>Rrugët përbëjnë skeletin kryesor të strukturës urbane mbi të cilën ndërtohen marrëdhëniet midis objekteve dhe elementëve të rrjetit të ujësjellësit. </a:t>
            </a:r>
            <a:br>
              <a:rPr lang="en-US">
                <a:latin typeface="Times New Roman" panose="02020603050405020304" pitchFamily="18" charset="0"/>
                <a:cs typeface="Times New Roman" panose="02020603050405020304" pitchFamily="18" charset="0"/>
              </a:rPr>
            </a:br>
            <a:r>
              <a:rPr lang="en-US">
                <a:latin typeface="Times New Roman" panose="02020603050405020304" pitchFamily="18" charset="0"/>
                <a:cs typeface="Times New Roman" panose="02020603050405020304" pitchFamily="18" charset="0"/>
              </a:rPr>
              <a:t>Ky grup përfshin të dhëna për:</a:t>
            </a:r>
          </a:p>
          <a:p>
            <a:pPr lvl="0"/>
            <a:r>
              <a:rPr lang="en-US">
                <a:latin typeface="Times New Roman" panose="02020603050405020304" pitchFamily="18" charset="0"/>
                <a:cs typeface="Times New Roman" panose="02020603050405020304" pitchFamily="18" charset="0"/>
              </a:rPr>
              <a:t>- emërtimin e rrugëve</a:t>
            </a:r>
          </a:p>
          <a:p>
            <a:pPr lvl="0"/>
            <a:r>
              <a:rPr lang="en-US">
                <a:latin typeface="Times New Roman" panose="02020603050405020304" pitchFamily="18" charset="0"/>
                <a:cs typeface="Times New Roman" panose="02020603050405020304" pitchFamily="18" charset="0"/>
              </a:rPr>
              <a:t>- kategorizimin</a:t>
            </a:r>
          </a:p>
          <a:p>
            <a:pPr lvl="0"/>
            <a:r>
              <a:rPr lang="en-US">
                <a:latin typeface="Times New Roman" panose="02020603050405020304" pitchFamily="18" charset="0"/>
                <a:cs typeface="Times New Roman" panose="02020603050405020304" pitchFamily="18" charset="0"/>
              </a:rPr>
              <a:t>- referencimin hapësinor</a:t>
            </a:r>
          </a:p>
          <a:p>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37872015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Object 3">
            <a:extLst>
              <a:ext uri="{FF2B5EF4-FFF2-40B4-BE49-F238E27FC236}">
                <a16:creationId xmlns:a16="http://schemas.microsoft.com/office/drawing/2014/main" id="{51497B09-9830-4C64-863E-3EFCFA4BA6BB}"/>
              </a:ext>
            </a:extLst>
          </p:cNvPr>
          <p:cNvGraphicFramePr>
            <a:graphicFrameLocks noChangeAspect="1"/>
          </p:cNvGraphicFramePr>
          <p:nvPr>
            <p:extLst>
              <p:ext uri="{D42A27DB-BD31-4B8C-83A1-F6EECF244321}">
                <p14:modId xmlns:p14="http://schemas.microsoft.com/office/powerpoint/2010/main" val="3492415080"/>
              </p:ext>
            </p:extLst>
          </p:nvPr>
        </p:nvGraphicFramePr>
        <p:xfrm>
          <a:off x="2055045" y="0"/>
          <a:ext cx="4848820" cy="6858000"/>
        </p:xfrm>
        <a:graphic>
          <a:graphicData uri="http://schemas.openxmlformats.org/presentationml/2006/ole">
            <mc:AlternateContent xmlns:mc="http://schemas.openxmlformats.org/markup-compatibility/2006">
              <mc:Choice xmlns:v="urn:schemas-microsoft-com:vml" Requires="v">
                <p:oleObj spid="_x0000_s3119" name="Acrobat Document" r:id="rId3" imgW="6415686" imgH="9075043" progId="Acrobat.Document.DC">
                  <p:embed/>
                </p:oleObj>
              </mc:Choice>
              <mc:Fallback>
                <p:oleObj name="Acrobat Document" r:id="rId3" imgW="6415686" imgH="9075043" progId="Acrobat.Document.DC">
                  <p:embed/>
                  <p:pic>
                    <p:nvPicPr>
                      <p:cNvPr id="0" name=""/>
                      <p:cNvPicPr/>
                      <p:nvPr/>
                    </p:nvPicPr>
                    <p:blipFill>
                      <a:blip r:embed="rId4"/>
                      <a:stretch>
                        <a:fillRect/>
                      </a:stretch>
                    </p:blipFill>
                    <p:spPr>
                      <a:xfrm>
                        <a:off x="2055045" y="0"/>
                        <a:ext cx="4848820" cy="6858000"/>
                      </a:xfrm>
                      <a:prstGeom prst="rect">
                        <a:avLst/>
                      </a:prstGeom>
                    </p:spPr>
                  </p:pic>
                </p:oleObj>
              </mc:Fallback>
            </mc:AlternateContent>
          </a:graphicData>
        </a:graphic>
      </p:graphicFrame>
    </p:spTree>
    <p:extLst>
      <p:ext uri="{BB962C8B-B14F-4D97-AF65-F5344CB8AC3E}">
        <p14:creationId xmlns:p14="http://schemas.microsoft.com/office/powerpoint/2010/main" val="73286449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99FA33-4373-4162-9FAC-D628200E9D61}"/>
              </a:ext>
            </a:extLst>
          </p:cNvPr>
          <p:cNvSpPr>
            <a:spLocks noGrp="1"/>
          </p:cNvSpPr>
          <p:nvPr>
            <p:ph type="title"/>
          </p:nvPr>
        </p:nvSpPr>
        <p:spPr>
          <a:xfrm>
            <a:off x="628649" y="172834"/>
            <a:ext cx="2532839" cy="451997"/>
          </a:xfrm>
        </p:spPr>
        <p:txBody>
          <a:bodyPr>
            <a:normAutofit/>
          </a:bodyPr>
          <a:lstStyle/>
          <a:p>
            <a:r>
              <a:rPr lang="en-US" sz="2500" b="1" i="1" u="sng">
                <a:latin typeface="Times New Roman" panose="02020603050405020304" pitchFamily="18" charset="0"/>
                <a:cs typeface="Times New Roman" panose="02020603050405020304" pitchFamily="18" charset="0"/>
              </a:rPr>
              <a:t>Pjesa e tretë</a:t>
            </a:r>
            <a:endParaRPr lang="en-US" sz="2500"/>
          </a:p>
        </p:txBody>
      </p:sp>
      <p:sp>
        <p:nvSpPr>
          <p:cNvPr id="3" name="Content Placeholder 2" descr="eddwed&#10;">
            <a:extLst>
              <a:ext uri="{FF2B5EF4-FFF2-40B4-BE49-F238E27FC236}">
                <a16:creationId xmlns:a16="http://schemas.microsoft.com/office/drawing/2014/main" id="{9364ACD7-DBBB-46DE-B826-A5E8C49BAC45}"/>
              </a:ext>
            </a:extLst>
          </p:cNvPr>
          <p:cNvSpPr>
            <a:spLocks noGrp="1"/>
          </p:cNvSpPr>
          <p:nvPr>
            <p:ph idx="1"/>
          </p:nvPr>
        </p:nvSpPr>
        <p:spPr>
          <a:xfrm>
            <a:off x="628650" y="729574"/>
            <a:ext cx="7886700" cy="5671225"/>
          </a:xfrm>
        </p:spPr>
        <p:txBody>
          <a:bodyPr>
            <a:normAutofit/>
          </a:bodyPr>
          <a:lstStyle/>
          <a:p>
            <a:pPr marL="0" indent="0">
              <a:buNone/>
            </a:pPr>
            <a:r>
              <a:rPr lang="en-US" sz="1900" b="1">
                <a:latin typeface="Times New Roman" panose="02020603050405020304" pitchFamily="18" charset="0"/>
                <a:cs typeface="Times New Roman" panose="02020603050405020304" pitchFamily="18" charset="0"/>
              </a:rPr>
              <a:t>5</a:t>
            </a:r>
            <a:r>
              <a:rPr lang="sq-AL" sz="1900" b="1">
                <a:latin typeface="Times New Roman" panose="02020603050405020304" pitchFamily="18" charset="0"/>
                <a:cs typeface="Times New Roman" panose="02020603050405020304" pitchFamily="18" charset="0"/>
              </a:rPr>
              <a:t>. Krijimi i hartave digjitale </a:t>
            </a:r>
            <a:br>
              <a:rPr lang="en-US" sz="1900" b="1">
                <a:latin typeface="Times New Roman" panose="02020603050405020304" pitchFamily="18" charset="0"/>
                <a:cs typeface="Times New Roman" panose="02020603050405020304" pitchFamily="18" charset="0"/>
              </a:rPr>
            </a:br>
            <a:br>
              <a:rPr lang="en-US" sz="1900">
                <a:latin typeface="Times New Roman" panose="02020603050405020304" pitchFamily="18" charset="0"/>
                <a:cs typeface="Times New Roman" panose="02020603050405020304" pitchFamily="18" charset="0"/>
              </a:rPr>
            </a:br>
            <a:endParaRPr lang="en-US" sz="1900">
              <a:latin typeface="Times New Roman" panose="02020603050405020304" pitchFamily="18" charset="0"/>
              <a:cs typeface="Times New Roman" panose="02020603050405020304" pitchFamily="18" charset="0"/>
            </a:endParaRPr>
          </a:p>
        </p:txBody>
      </p:sp>
      <p:pic>
        <p:nvPicPr>
          <p:cNvPr id="9" name="Picture 8">
            <a:extLst>
              <a:ext uri="{FF2B5EF4-FFF2-40B4-BE49-F238E27FC236}">
                <a16:creationId xmlns:a16="http://schemas.microsoft.com/office/drawing/2014/main" id="{76443B28-8042-4024-93E3-C1AAB8B045C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8648" y="2393004"/>
            <a:ext cx="7239394" cy="4292162"/>
          </a:xfrm>
          <a:prstGeom prst="rect">
            <a:avLst/>
          </a:prstGeom>
        </p:spPr>
      </p:pic>
      <p:graphicFrame>
        <p:nvGraphicFramePr>
          <p:cNvPr id="10" name="Diagram 9">
            <a:extLst>
              <a:ext uri="{FF2B5EF4-FFF2-40B4-BE49-F238E27FC236}">
                <a16:creationId xmlns:a16="http://schemas.microsoft.com/office/drawing/2014/main" id="{C78FFD22-0639-43BA-A156-3731706FA4A6}"/>
              </a:ext>
            </a:extLst>
          </p:cNvPr>
          <p:cNvGraphicFramePr/>
          <p:nvPr>
            <p:extLst>
              <p:ext uri="{D42A27DB-BD31-4B8C-83A1-F6EECF244321}">
                <p14:modId xmlns:p14="http://schemas.microsoft.com/office/powerpoint/2010/main" val="2381527321"/>
              </p:ext>
            </p:extLst>
          </p:nvPr>
        </p:nvGraphicFramePr>
        <p:xfrm>
          <a:off x="628649" y="1053275"/>
          <a:ext cx="7886700" cy="117704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2" name="Callout: Left Arrow 11">
            <a:extLst>
              <a:ext uri="{FF2B5EF4-FFF2-40B4-BE49-F238E27FC236}">
                <a16:creationId xmlns:a16="http://schemas.microsoft.com/office/drawing/2014/main" id="{36F5FD42-8E84-4CA3-B43C-BFDC54113135}"/>
              </a:ext>
            </a:extLst>
          </p:cNvPr>
          <p:cNvSpPr/>
          <p:nvPr/>
        </p:nvSpPr>
        <p:spPr>
          <a:xfrm>
            <a:off x="7868043" y="2393005"/>
            <a:ext cx="828486" cy="4292162"/>
          </a:xfrm>
          <a:prstGeom prst="leftArrowCallout">
            <a:avLst/>
          </a:prstGeom>
          <a:gradFill>
            <a:gsLst>
              <a:gs pos="4700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p:spPr>
        <p:style>
          <a:lnRef idx="2">
            <a:schemeClr val="accent1">
              <a:shade val="50000"/>
            </a:schemeClr>
          </a:lnRef>
          <a:fillRef idx="1">
            <a:schemeClr val="accent1"/>
          </a:fillRef>
          <a:effectRef idx="0">
            <a:schemeClr val="accent1"/>
          </a:effectRef>
          <a:fontRef idx="minor">
            <a:schemeClr val="lt1"/>
          </a:fontRef>
        </p:style>
        <p:txBody>
          <a:bodyPr vert="vert" rtlCol="0" anchor="ctr"/>
          <a:lstStyle/>
          <a:p>
            <a:pPr algn="ctr"/>
            <a:r>
              <a:rPr lang="en-US" b="1">
                <a:solidFill>
                  <a:schemeClr val="tx1"/>
                </a:solidFill>
                <a:latin typeface="Times New Roman" panose="02020603050405020304" pitchFamily="18" charset="0"/>
                <a:cs typeface="Times New Roman" panose="02020603050405020304" pitchFamily="18" charset="0"/>
              </a:rPr>
              <a:t>Elementet shkallore dhe joshkallore</a:t>
            </a:r>
          </a:p>
        </p:txBody>
      </p:sp>
    </p:spTree>
    <p:extLst>
      <p:ext uri="{BB962C8B-B14F-4D97-AF65-F5344CB8AC3E}">
        <p14:creationId xmlns:p14="http://schemas.microsoft.com/office/powerpoint/2010/main" val="422568935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5" name="Arrow: Left 44">
            <a:extLst>
              <a:ext uri="{FF2B5EF4-FFF2-40B4-BE49-F238E27FC236}">
                <a16:creationId xmlns:a16="http://schemas.microsoft.com/office/drawing/2014/main" id="{AE087044-13B8-4884-A6F4-CDFFD8F01FA1}"/>
              </a:ext>
            </a:extLst>
          </p:cNvPr>
          <p:cNvSpPr/>
          <p:nvPr/>
        </p:nvSpPr>
        <p:spPr>
          <a:xfrm rot="8593130">
            <a:off x="6029211" y="2522163"/>
            <a:ext cx="1091906" cy="428291"/>
          </a:xfrm>
          <a:prstGeom prst="leftArrow">
            <a:avLst>
              <a:gd name="adj1" fmla="val 60000"/>
              <a:gd name="adj2" fmla="val 50000"/>
            </a:avLst>
          </a:prstGeom>
        </p:spPr>
        <p:style>
          <a:lnRef idx="0">
            <a:schemeClr val="lt1">
              <a:hueOff val="0"/>
              <a:satOff val="0"/>
              <a:lumOff val="0"/>
              <a:alphaOff val="0"/>
            </a:schemeClr>
          </a:lnRef>
          <a:fillRef idx="3">
            <a:schemeClr val="accent4">
              <a:hueOff val="9800891"/>
              <a:satOff val="-40777"/>
              <a:lumOff val="9608"/>
              <a:alphaOff val="0"/>
            </a:schemeClr>
          </a:fillRef>
          <a:effectRef idx="3">
            <a:schemeClr val="accent4">
              <a:hueOff val="9800891"/>
              <a:satOff val="-40777"/>
              <a:lumOff val="9608"/>
              <a:alphaOff val="0"/>
            </a:schemeClr>
          </a:effectRef>
          <a:fontRef idx="minor">
            <a:schemeClr val="lt1">
              <a:hueOff val="0"/>
              <a:satOff val="0"/>
              <a:lumOff val="0"/>
              <a:alphaOff val="0"/>
            </a:schemeClr>
          </a:fontRef>
        </p:style>
        <p:txBody>
          <a:bodyPr/>
          <a:lstStyle/>
          <a:p>
            <a:endParaRPr lang="en-US"/>
          </a:p>
        </p:txBody>
      </p:sp>
      <p:sp>
        <p:nvSpPr>
          <p:cNvPr id="47" name="Arrow: Left 46">
            <a:extLst>
              <a:ext uri="{FF2B5EF4-FFF2-40B4-BE49-F238E27FC236}">
                <a16:creationId xmlns:a16="http://schemas.microsoft.com/office/drawing/2014/main" id="{E3278D6C-682D-4AE5-9705-5C2C61169BEE}"/>
              </a:ext>
            </a:extLst>
          </p:cNvPr>
          <p:cNvSpPr/>
          <p:nvPr/>
        </p:nvSpPr>
        <p:spPr>
          <a:xfrm rot="13250478">
            <a:off x="6182924" y="3856007"/>
            <a:ext cx="1091906" cy="428291"/>
          </a:xfrm>
          <a:prstGeom prst="leftArrow">
            <a:avLst>
              <a:gd name="adj1" fmla="val 60000"/>
              <a:gd name="adj2" fmla="val 50000"/>
            </a:avLst>
          </a:prstGeom>
        </p:spPr>
        <p:style>
          <a:lnRef idx="0">
            <a:schemeClr val="lt1">
              <a:hueOff val="0"/>
              <a:satOff val="0"/>
              <a:lumOff val="0"/>
              <a:alphaOff val="0"/>
            </a:schemeClr>
          </a:lnRef>
          <a:fillRef idx="3">
            <a:schemeClr val="accent4">
              <a:hueOff val="9800891"/>
              <a:satOff val="-40777"/>
              <a:lumOff val="9608"/>
              <a:alphaOff val="0"/>
            </a:schemeClr>
          </a:fillRef>
          <a:effectRef idx="3">
            <a:schemeClr val="accent4">
              <a:hueOff val="9800891"/>
              <a:satOff val="-40777"/>
              <a:lumOff val="9608"/>
              <a:alphaOff val="0"/>
            </a:schemeClr>
          </a:effectRef>
          <a:fontRef idx="minor">
            <a:schemeClr val="lt1">
              <a:hueOff val="0"/>
              <a:satOff val="0"/>
              <a:lumOff val="0"/>
              <a:alphaOff val="0"/>
            </a:schemeClr>
          </a:fontRef>
        </p:style>
        <p:txBody>
          <a:bodyPr/>
          <a:lstStyle/>
          <a:p>
            <a:endParaRPr lang="en-US"/>
          </a:p>
        </p:txBody>
      </p:sp>
      <p:sp>
        <p:nvSpPr>
          <p:cNvPr id="46" name="Arrow: Left 45">
            <a:extLst>
              <a:ext uri="{FF2B5EF4-FFF2-40B4-BE49-F238E27FC236}">
                <a16:creationId xmlns:a16="http://schemas.microsoft.com/office/drawing/2014/main" id="{87F3E63F-1EAA-48F6-9FB0-C3A3F481C351}"/>
              </a:ext>
            </a:extLst>
          </p:cNvPr>
          <p:cNvSpPr/>
          <p:nvPr/>
        </p:nvSpPr>
        <p:spPr>
          <a:xfrm rot="10800000">
            <a:off x="6356352" y="3116323"/>
            <a:ext cx="1091906" cy="428291"/>
          </a:xfrm>
          <a:prstGeom prst="leftArrow">
            <a:avLst>
              <a:gd name="adj1" fmla="val 60000"/>
              <a:gd name="adj2" fmla="val 50000"/>
            </a:avLst>
          </a:prstGeom>
        </p:spPr>
        <p:style>
          <a:lnRef idx="0">
            <a:schemeClr val="lt1">
              <a:hueOff val="0"/>
              <a:satOff val="0"/>
              <a:lumOff val="0"/>
              <a:alphaOff val="0"/>
            </a:schemeClr>
          </a:lnRef>
          <a:fillRef idx="3">
            <a:schemeClr val="accent4">
              <a:hueOff val="9800891"/>
              <a:satOff val="-40777"/>
              <a:lumOff val="9608"/>
              <a:alphaOff val="0"/>
            </a:schemeClr>
          </a:fillRef>
          <a:effectRef idx="3">
            <a:schemeClr val="accent4">
              <a:hueOff val="9800891"/>
              <a:satOff val="-40777"/>
              <a:lumOff val="9608"/>
              <a:alphaOff val="0"/>
            </a:schemeClr>
          </a:effectRef>
          <a:fontRef idx="minor">
            <a:schemeClr val="lt1">
              <a:hueOff val="0"/>
              <a:satOff val="0"/>
              <a:lumOff val="0"/>
              <a:alphaOff val="0"/>
            </a:schemeClr>
          </a:fontRef>
        </p:style>
        <p:txBody>
          <a:bodyPr/>
          <a:lstStyle/>
          <a:p>
            <a:endParaRPr lang="en-US"/>
          </a:p>
        </p:txBody>
      </p:sp>
      <p:sp>
        <p:nvSpPr>
          <p:cNvPr id="44" name="Arrow: Left 43">
            <a:extLst>
              <a:ext uri="{FF2B5EF4-FFF2-40B4-BE49-F238E27FC236}">
                <a16:creationId xmlns:a16="http://schemas.microsoft.com/office/drawing/2014/main" id="{88FD4970-DEF2-4C28-908D-7DF52252CAB8}"/>
              </a:ext>
            </a:extLst>
          </p:cNvPr>
          <p:cNvSpPr/>
          <p:nvPr/>
        </p:nvSpPr>
        <p:spPr>
          <a:xfrm rot="8244483">
            <a:off x="4737767" y="2012158"/>
            <a:ext cx="1161280" cy="428291"/>
          </a:xfrm>
          <a:prstGeom prst="leftArrow">
            <a:avLst>
              <a:gd name="adj1" fmla="val 60000"/>
              <a:gd name="adj2" fmla="val 50000"/>
            </a:avLst>
          </a:prstGeom>
        </p:spPr>
        <p:style>
          <a:lnRef idx="0">
            <a:schemeClr val="lt1">
              <a:hueOff val="0"/>
              <a:satOff val="0"/>
              <a:lumOff val="0"/>
              <a:alphaOff val="0"/>
            </a:schemeClr>
          </a:lnRef>
          <a:fillRef idx="3">
            <a:schemeClr val="accent4">
              <a:hueOff val="4900445"/>
              <a:satOff val="-20388"/>
              <a:lumOff val="4804"/>
              <a:alphaOff val="0"/>
            </a:schemeClr>
          </a:fillRef>
          <a:effectRef idx="3">
            <a:schemeClr val="accent4">
              <a:hueOff val="4900445"/>
              <a:satOff val="-20388"/>
              <a:lumOff val="4804"/>
              <a:alphaOff val="0"/>
            </a:schemeClr>
          </a:effectRef>
          <a:fontRef idx="minor">
            <a:schemeClr val="lt1">
              <a:hueOff val="0"/>
              <a:satOff val="0"/>
              <a:lumOff val="0"/>
              <a:alphaOff val="0"/>
            </a:schemeClr>
          </a:fontRef>
        </p:style>
        <p:txBody>
          <a:bodyPr/>
          <a:lstStyle/>
          <a:p>
            <a:endParaRPr lang="en-US"/>
          </a:p>
        </p:txBody>
      </p:sp>
      <p:sp>
        <p:nvSpPr>
          <p:cNvPr id="42" name="Arrow: Left 41">
            <a:extLst>
              <a:ext uri="{FF2B5EF4-FFF2-40B4-BE49-F238E27FC236}">
                <a16:creationId xmlns:a16="http://schemas.microsoft.com/office/drawing/2014/main" id="{06FB0C6B-502A-45BD-BDCD-2FCBF9F352B5}"/>
              </a:ext>
            </a:extLst>
          </p:cNvPr>
          <p:cNvSpPr/>
          <p:nvPr/>
        </p:nvSpPr>
        <p:spPr>
          <a:xfrm rot="2658170">
            <a:off x="3216392" y="2059584"/>
            <a:ext cx="1161280" cy="428291"/>
          </a:xfrm>
          <a:prstGeom prst="leftArrow">
            <a:avLst>
              <a:gd name="adj1" fmla="val 60000"/>
              <a:gd name="adj2" fmla="val 50000"/>
            </a:avLst>
          </a:prstGeom>
        </p:spPr>
        <p:style>
          <a:lnRef idx="0">
            <a:schemeClr val="lt1">
              <a:hueOff val="0"/>
              <a:satOff val="0"/>
              <a:lumOff val="0"/>
              <a:alphaOff val="0"/>
            </a:schemeClr>
          </a:lnRef>
          <a:fillRef idx="3">
            <a:schemeClr val="accent4">
              <a:hueOff val="4900445"/>
              <a:satOff val="-20388"/>
              <a:lumOff val="4804"/>
              <a:alphaOff val="0"/>
            </a:schemeClr>
          </a:fillRef>
          <a:effectRef idx="3">
            <a:schemeClr val="accent4">
              <a:hueOff val="4900445"/>
              <a:satOff val="-20388"/>
              <a:lumOff val="4804"/>
              <a:alphaOff val="0"/>
            </a:schemeClr>
          </a:effectRef>
          <a:fontRef idx="minor">
            <a:schemeClr val="lt1">
              <a:hueOff val="0"/>
              <a:satOff val="0"/>
              <a:lumOff val="0"/>
              <a:alphaOff val="0"/>
            </a:schemeClr>
          </a:fontRef>
        </p:style>
        <p:txBody>
          <a:bodyPr/>
          <a:lstStyle/>
          <a:p>
            <a:endParaRPr lang="en-US"/>
          </a:p>
        </p:txBody>
      </p:sp>
      <p:sp>
        <p:nvSpPr>
          <p:cNvPr id="43" name="Arrow: Left 42">
            <a:extLst>
              <a:ext uri="{FF2B5EF4-FFF2-40B4-BE49-F238E27FC236}">
                <a16:creationId xmlns:a16="http://schemas.microsoft.com/office/drawing/2014/main" id="{7279DA9B-E410-438C-A964-F8179879B294}"/>
              </a:ext>
            </a:extLst>
          </p:cNvPr>
          <p:cNvSpPr/>
          <p:nvPr/>
        </p:nvSpPr>
        <p:spPr>
          <a:xfrm rot="5400000">
            <a:off x="3909050" y="1831283"/>
            <a:ext cx="1161280" cy="428291"/>
          </a:xfrm>
          <a:prstGeom prst="leftArrow">
            <a:avLst>
              <a:gd name="adj1" fmla="val 60000"/>
              <a:gd name="adj2" fmla="val 50000"/>
            </a:avLst>
          </a:prstGeom>
        </p:spPr>
        <p:style>
          <a:lnRef idx="0">
            <a:schemeClr val="lt1">
              <a:hueOff val="0"/>
              <a:satOff val="0"/>
              <a:lumOff val="0"/>
              <a:alphaOff val="0"/>
            </a:schemeClr>
          </a:lnRef>
          <a:fillRef idx="3">
            <a:schemeClr val="accent4">
              <a:hueOff val="4900445"/>
              <a:satOff val="-20388"/>
              <a:lumOff val="4804"/>
              <a:alphaOff val="0"/>
            </a:schemeClr>
          </a:fillRef>
          <a:effectRef idx="3">
            <a:schemeClr val="accent4">
              <a:hueOff val="4900445"/>
              <a:satOff val="-20388"/>
              <a:lumOff val="4804"/>
              <a:alphaOff val="0"/>
            </a:schemeClr>
          </a:effectRef>
          <a:fontRef idx="minor">
            <a:schemeClr val="lt1">
              <a:hueOff val="0"/>
              <a:satOff val="0"/>
              <a:lumOff val="0"/>
              <a:alphaOff val="0"/>
            </a:schemeClr>
          </a:fontRef>
        </p:style>
        <p:txBody>
          <a:bodyPr/>
          <a:lstStyle/>
          <a:p>
            <a:endParaRPr lang="en-US"/>
          </a:p>
        </p:txBody>
      </p:sp>
      <p:sp>
        <p:nvSpPr>
          <p:cNvPr id="16" name="Arrow: Left 15">
            <a:extLst>
              <a:ext uri="{FF2B5EF4-FFF2-40B4-BE49-F238E27FC236}">
                <a16:creationId xmlns:a16="http://schemas.microsoft.com/office/drawing/2014/main" id="{720101E1-D0BE-41C4-8651-54D274211348}"/>
              </a:ext>
            </a:extLst>
          </p:cNvPr>
          <p:cNvSpPr/>
          <p:nvPr/>
        </p:nvSpPr>
        <p:spPr>
          <a:xfrm>
            <a:off x="1570949" y="3136194"/>
            <a:ext cx="1091906" cy="428291"/>
          </a:xfrm>
          <a:prstGeom prst="leftArrow">
            <a:avLst>
              <a:gd name="adj1" fmla="val 60000"/>
              <a:gd name="adj2" fmla="val 50000"/>
            </a:avLst>
          </a:prstGeom>
        </p:spPr>
        <p:style>
          <a:lnRef idx="0">
            <a:schemeClr val="lt1">
              <a:hueOff val="0"/>
              <a:satOff val="0"/>
              <a:lumOff val="0"/>
              <a:alphaOff val="0"/>
            </a:schemeClr>
          </a:lnRef>
          <a:fillRef idx="3">
            <a:schemeClr val="accent4">
              <a:hueOff val="0"/>
              <a:satOff val="0"/>
              <a:lumOff val="0"/>
              <a:alphaOff val="0"/>
            </a:schemeClr>
          </a:fillRef>
          <a:effectRef idx="3">
            <a:schemeClr val="accent4">
              <a:hueOff val="0"/>
              <a:satOff val="0"/>
              <a:lumOff val="0"/>
              <a:alphaOff val="0"/>
            </a:schemeClr>
          </a:effectRef>
          <a:fontRef idx="minor">
            <a:schemeClr val="lt1">
              <a:hueOff val="0"/>
              <a:satOff val="0"/>
              <a:lumOff val="0"/>
              <a:alphaOff val="0"/>
            </a:schemeClr>
          </a:fontRef>
        </p:style>
        <p:txBody>
          <a:bodyPr/>
          <a:lstStyle/>
          <a:p>
            <a:endParaRPr lang="en-US"/>
          </a:p>
        </p:txBody>
      </p:sp>
      <p:sp>
        <p:nvSpPr>
          <p:cNvPr id="12" name="Arrow: Left 11">
            <a:extLst>
              <a:ext uri="{FF2B5EF4-FFF2-40B4-BE49-F238E27FC236}">
                <a16:creationId xmlns:a16="http://schemas.microsoft.com/office/drawing/2014/main" id="{69C29214-D591-4D58-A1B3-02CB3D6C2590}"/>
              </a:ext>
            </a:extLst>
          </p:cNvPr>
          <p:cNvSpPr/>
          <p:nvPr/>
        </p:nvSpPr>
        <p:spPr>
          <a:xfrm rot="2836426">
            <a:off x="1552737" y="2625634"/>
            <a:ext cx="1091906" cy="428291"/>
          </a:xfrm>
          <a:prstGeom prst="leftArrow">
            <a:avLst>
              <a:gd name="adj1" fmla="val 60000"/>
              <a:gd name="adj2" fmla="val 50000"/>
            </a:avLst>
          </a:prstGeom>
        </p:spPr>
        <p:style>
          <a:lnRef idx="0">
            <a:schemeClr val="lt1">
              <a:hueOff val="0"/>
              <a:satOff val="0"/>
              <a:lumOff val="0"/>
              <a:alphaOff val="0"/>
            </a:schemeClr>
          </a:lnRef>
          <a:fillRef idx="3">
            <a:schemeClr val="accent4">
              <a:hueOff val="0"/>
              <a:satOff val="0"/>
              <a:lumOff val="0"/>
              <a:alphaOff val="0"/>
            </a:schemeClr>
          </a:fillRef>
          <a:effectRef idx="3">
            <a:schemeClr val="accent4">
              <a:hueOff val="0"/>
              <a:satOff val="0"/>
              <a:lumOff val="0"/>
              <a:alphaOff val="0"/>
            </a:schemeClr>
          </a:effectRef>
          <a:fontRef idx="minor">
            <a:schemeClr val="lt1">
              <a:hueOff val="0"/>
              <a:satOff val="0"/>
              <a:lumOff val="0"/>
              <a:alphaOff val="0"/>
            </a:schemeClr>
          </a:fontRef>
        </p:style>
        <p:txBody>
          <a:bodyPr/>
          <a:lstStyle/>
          <a:p>
            <a:endParaRPr lang="en-US"/>
          </a:p>
        </p:txBody>
      </p:sp>
      <p:sp>
        <p:nvSpPr>
          <p:cNvPr id="7" name="Arrow: Left 6">
            <a:extLst>
              <a:ext uri="{FF2B5EF4-FFF2-40B4-BE49-F238E27FC236}">
                <a16:creationId xmlns:a16="http://schemas.microsoft.com/office/drawing/2014/main" id="{C456B7E0-366A-4546-919A-A0500CB748E6}"/>
              </a:ext>
            </a:extLst>
          </p:cNvPr>
          <p:cNvSpPr/>
          <p:nvPr/>
        </p:nvSpPr>
        <p:spPr>
          <a:xfrm rot="19091121">
            <a:off x="1574676" y="3668958"/>
            <a:ext cx="1091906" cy="428291"/>
          </a:xfrm>
          <a:prstGeom prst="leftArrow">
            <a:avLst>
              <a:gd name="adj1" fmla="val 60000"/>
              <a:gd name="adj2" fmla="val 50000"/>
            </a:avLst>
          </a:prstGeom>
        </p:spPr>
        <p:style>
          <a:lnRef idx="0">
            <a:schemeClr val="lt1">
              <a:hueOff val="0"/>
              <a:satOff val="0"/>
              <a:lumOff val="0"/>
              <a:alphaOff val="0"/>
            </a:schemeClr>
          </a:lnRef>
          <a:fillRef idx="3">
            <a:schemeClr val="accent4">
              <a:hueOff val="0"/>
              <a:satOff val="0"/>
              <a:lumOff val="0"/>
              <a:alphaOff val="0"/>
            </a:schemeClr>
          </a:fillRef>
          <a:effectRef idx="3">
            <a:schemeClr val="accent4">
              <a:hueOff val="0"/>
              <a:satOff val="0"/>
              <a:lumOff val="0"/>
              <a:alphaOff val="0"/>
            </a:schemeClr>
          </a:effectRef>
          <a:fontRef idx="minor">
            <a:schemeClr val="lt1">
              <a:hueOff val="0"/>
              <a:satOff val="0"/>
              <a:lumOff val="0"/>
              <a:alphaOff val="0"/>
            </a:schemeClr>
          </a:fontRef>
        </p:style>
        <p:txBody>
          <a:bodyPr/>
          <a:lstStyle/>
          <a:p>
            <a:endParaRPr lang="en-US"/>
          </a:p>
        </p:txBody>
      </p:sp>
      <p:sp>
        <p:nvSpPr>
          <p:cNvPr id="3" name="Content Placeholder 2">
            <a:extLst>
              <a:ext uri="{FF2B5EF4-FFF2-40B4-BE49-F238E27FC236}">
                <a16:creationId xmlns:a16="http://schemas.microsoft.com/office/drawing/2014/main" id="{25B11425-5965-404D-A7D2-5D0A37233505}"/>
              </a:ext>
            </a:extLst>
          </p:cNvPr>
          <p:cNvSpPr>
            <a:spLocks noGrp="1"/>
          </p:cNvSpPr>
          <p:nvPr>
            <p:ph idx="1"/>
          </p:nvPr>
        </p:nvSpPr>
        <p:spPr>
          <a:xfrm>
            <a:off x="216238" y="700997"/>
            <a:ext cx="8515350" cy="5885183"/>
          </a:xfrm>
        </p:spPr>
        <p:txBody>
          <a:bodyPr/>
          <a:lstStyle/>
          <a:p>
            <a:pPr marL="0" indent="0">
              <a:buNone/>
            </a:pPr>
            <a:br>
              <a:rPr lang="en-US">
                <a:latin typeface="Times New Roman" panose="02020603050405020304" pitchFamily="18" charset="0"/>
                <a:cs typeface="Times New Roman" panose="02020603050405020304" pitchFamily="18" charset="0"/>
              </a:rPr>
            </a:br>
            <a:br>
              <a:rPr lang="en-US">
                <a:latin typeface="Times New Roman" panose="02020603050405020304" pitchFamily="18" charset="0"/>
                <a:cs typeface="Times New Roman" panose="02020603050405020304" pitchFamily="18" charset="0"/>
              </a:rPr>
            </a:br>
            <a:br>
              <a:rPr lang="en-US">
                <a:latin typeface="Times New Roman" panose="02020603050405020304" pitchFamily="18" charset="0"/>
                <a:cs typeface="Times New Roman" panose="02020603050405020304" pitchFamily="18" charset="0"/>
              </a:rPr>
            </a:br>
            <a:br>
              <a:rPr lang="en-US">
                <a:latin typeface="Times New Roman" panose="02020603050405020304" pitchFamily="18" charset="0"/>
                <a:cs typeface="Times New Roman" panose="02020603050405020304" pitchFamily="18" charset="0"/>
              </a:rPr>
            </a:br>
            <a:br>
              <a:rPr lang="en-US">
                <a:latin typeface="Times New Roman" panose="02020603050405020304" pitchFamily="18" charset="0"/>
                <a:cs typeface="Times New Roman" panose="02020603050405020304" pitchFamily="18" charset="0"/>
              </a:rPr>
            </a:br>
            <a:br>
              <a:rPr lang="en-US">
                <a:latin typeface="Times New Roman" panose="02020603050405020304" pitchFamily="18" charset="0"/>
                <a:cs typeface="Times New Roman" panose="02020603050405020304" pitchFamily="18" charset="0"/>
              </a:rPr>
            </a:br>
            <a:br>
              <a:rPr lang="en-US">
                <a:latin typeface="Times New Roman" panose="02020603050405020304" pitchFamily="18" charset="0"/>
                <a:cs typeface="Times New Roman" panose="02020603050405020304" pitchFamily="18" charset="0"/>
              </a:rPr>
            </a:br>
            <a:br>
              <a:rPr lang="en-US">
                <a:latin typeface="Times New Roman" panose="02020603050405020304" pitchFamily="18" charset="0"/>
                <a:cs typeface="Times New Roman" panose="02020603050405020304" pitchFamily="18" charset="0"/>
              </a:rPr>
            </a:br>
            <a:br>
              <a:rPr lang="en-US">
                <a:latin typeface="Times New Roman" panose="02020603050405020304" pitchFamily="18" charset="0"/>
                <a:cs typeface="Times New Roman" panose="02020603050405020304" pitchFamily="18" charset="0"/>
              </a:rPr>
            </a:br>
            <a:br>
              <a:rPr lang="en-US">
                <a:latin typeface="Times New Roman" panose="02020603050405020304" pitchFamily="18" charset="0"/>
                <a:cs typeface="Times New Roman" panose="02020603050405020304" pitchFamily="18" charset="0"/>
              </a:rPr>
            </a:br>
            <a:br>
              <a:rPr lang="en-US">
                <a:latin typeface="Times New Roman" panose="02020603050405020304" pitchFamily="18" charset="0"/>
                <a:cs typeface="Times New Roman" panose="02020603050405020304" pitchFamily="18" charset="0"/>
              </a:rPr>
            </a:br>
            <a:br>
              <a:rPr lang="en-US">
                <a:latin typeface="Times New Roman" panose="02020603050405020304" pitchFamily="18" charset="0"/>
                <a:cs typeface="Times New Roman" panose="02020603050405020304" pitchFamily="18" charset="0"/>
              </a:rPr>
            </a:br>
            <a:br>
              <a:rPr lang="en-US">
                <a:latin typeface="Times New Roman" panose="02020603050405020304" pitchFamily="18" charset="0"/>
                <a:cs typeface="Times New Roman" panose="02020603050405020304" pitchFamily="18" charset="0"/>
              </a:rPr>
            </a:br>
            <a:endParaRPr lang="en-US"/>
          </a:p>
        </p:txBody>
      </p:sp>
      <p:graphicFrame>
        <p:nvGraphicFramePr>
          <p:cNvPr id="4" name="Diagram 3">
            <a:extLst>
              <a:ext uri="{FF2B5EF4-FFF2-40B4-BE49-F238E27FC236}">
                <a16:creationId xmlns:a16="http://schemas.microsoft.com/office/drawing/2014/main" id="{AE42FC83-2D62-45B6-B571-14662AFF3356}"/>
              </a:ext>
            </a:extLst>
          </p:cNvPr>
          <p:cNvGraphicFramePr/>
          <p:nvPr>
            <p:extLst>
              <p:ext uri="{D42A27DB-BD31-4B8C-83A1-F6EECF244321}">
                <p14:modId xmlns:p14="http://schemas.microsoft.com/office/powerpoint/2010/main" val="4199328024"/>
              </p:ext>
            </p:extLst>
          </p:nvPr>
        </p:nvGraphicFramePr>
        <p:xfrm>
          <a:off x="1690992" y="1944415"/>
          <a:ext cx="5565842" cy="34825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Rectangle 4">
            <a:extLst>
              <a:ext uri="{FF2B5EF4-FFF2-40B4-BE49-F238E27FC236}">
                <a16:creationId xmlns:a16="http://schemas.microsoft.com/office/drawing/2014/main" id="{285C8715-B505-41F3-9733-4C927123AEB4}"/>
              </a:ext>
            </a:extLst>
          </p:cNvPr>
          <p:cNvSpPr/>
          <p:nvPr/>
        </p:nvSpPr>
        <p:spPr>
          <a:xfrm>
            <a:off x="512045" y="155852"/>
            <a:ext cx="3563844" cy="477054"/>
          </a:xfrm>
          <a:prstGeom prst="rect">
            <a:avLst/>
          </a:prstGeom>
        </p:spPr>
        <p:txBody>
          <a:bodyPr wrap="square">
            <a:spAutoFit/>
          </a:bodyPr>
          <a:lstStyle/>
          <a:p>
            <a:r>
              <a:rPr lang="en-US" sz="2500">
                <a:latin typeface="Times New Roman" panose="02020603050405020304" pitchFamily="18" charset="0"/>
                <a:cs typeface="Times New Roman" panose="02020603050405020304" pitchFamily="18" charset="0"/>
              </a:rPr>
              <a:t>6</a:t>
            </a:r>
            <a:r>
              <a:rPr lang="sq-AL" sz="2500">
                <a:latin typeface="Times New Roman" panose="02020603050405020304" pitchFamily="18" charset="0"/>
                <a:cs typeface="Times New Roman" panose="02020603050405020304" pitchFamily="18" charset="0"/>
              </a:rPr>
              <a:t>. Simbologjia</a:t>
            </a:r>
            <a:endParaRPr lang="en-US" sz="2500">
              <a:latin typeface="Times New Roman" panose="02020603050405020304" pitchFamily="18" charset="0"/>
              <a:cs typeface="Times New Roman" panose="02020603050405020304" pitchFamily="18" charset="0"/>
            </a:endParaRPr>
          </a:p>
        </p:txBody>
      </p:sp>
      <p:grpSp>
        <p:nvGrpSpPr>
          <p:cNvPr id="9" name="Group 8">
            <a:extLst>
              <a:ext uri="{FF2B5EF4-FFF2-40B4-BE49-F238E27FC236}">
                <a16:creationId xmlns:a16="http://schemas.microsoft.com/office/drawing/2014/main" id="{2DD73A73-A4E4-4448-9941-3EBF2D88899F}"/>
              </a:ext>
            </a:extLst>
          </p:cNvPr>
          <p:cNvGrpSpPr/>
          <p:nvPr/>
        </p:nvGrpSpPr>
        <p:grpSpPr>
          <a:xfrm>
            <a:off x="667775" y="4337929"/>
            <a:ext cx="1156278" cy="1047207"/>
            <a:chOff x="302967" y="833498"/>
            <a:chExt cx="1427638" cy="1142110"/>
          </a:xfrm>
        </p:grpSpPr>
        <p:sp>
          <p:nvSpPr>
            <p:cNvPr id="10" name="Rectangle: Rounded Corners 9">
              <a:extLst>
                <a:ext uri="{FF2B5EF4-FFF2-40B4-BE49-F238E27FC236}">
                  <a16:creationId xmlns:a16="http://schemas.microsoft.com/office/drawing/2014/main" id="{84C4B662-A91B-4850-8384-B90389E1F7F4}"/>
                </a:ext>
              </a:extLst>
            </p:cNvPr>
            <p:cNvSpPr/>
            <p:nvPr/>
          </p:nvSpPr>
          <p:spPr>
            <a:xfrm>
              <a:off x="302967" y="833498"/>
              <a:ext cx="1427638" cy="1142110"/>
            </a:xfrm>
            <a:prstGeom prst="roundRect">
              <a:avLst>
                <a:gd name="adj" fmla="val 10000"/>
              </a:avLst>
            </a:prstGeom>
          </p:spPr>
          <p:style>
            <a:lnRef idx="0">
              <a:schemeClr val="lt1">
                <a:hueOff val="0"/>
                <a:satOff val="0"/>
                <a:lumOff val="0"/>
                <a:alphaOff val="0"/>
              </a:schemeClr>
            </a:lnRef>
            <a:fillRef idx="3">
              <a:schemeClr val="accent4">
                <a:hueOff val="0"/>
                <a:satOff val="0"/>
                <a:lumOff val="0"/>
                <a:alphaOff val="0"/>
              </a:schemeClr>
            </a:fillRef>
            <a:effectRef idx="3">
              <a:schemeClr val="accent4">
                <a:hueOff val="0"/>
                <a:satOff val="0"/>
                <a:lumOff val="0"/>
                <a:alphaOff val="0"/>
              </a:schemeClr>
            </a:effectRef>
            <a:fontRef idx="minor">
              <a:schemeClr val="lt1"/>
            </a:fontRef>
          </p:style>
        </p:sp>
        <p:sp>
          <p:nvSpPr>
            <p:cNvPr id="11" name="Rectangle: Rounded Corners 4">
              <a:extLst>
                <a:ext uri="{FF2B5EF4-FFF2-40B4-BE49-F238E27FC236}">
                  <a16:creationId xmlns:a16="http://schemas.microsoft.com/office/drawing/2014/main" id="{8003FE0E-DC88-488D-96C3-64933BC70720}"/>
                </a:ext>
              </a:extLst>
            </p:cNvPr>
            <p:cNvSpPr txBox="1"/>
            <p:nvPr/>
          </p:nvSpPr>
          <p:spPr>
            <a:xfrm>
              <a:off x="336418" y="866949"/>
              <a:ext cx="1360736" cy="1075208"/>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34290" tIns="34290" rIns="34290" bIns="34290" numCol="1" spcCol="1270" anchor="ctr" anchorCtr="0">
              <a:noAutofit/>
            </a:bodyPr>
            <a:lstStyle/>
            <a:p>
              <a:pPr algn="ctr" defTabSz="800100">
                <a:lnSpc>
                  <a:spcPct val="90000"/>
                </a:lnSpc>
                <a:spcBef>
                  <a:spcPct val="0"/>
                </a:spcBef>
                <a:spcAft>
                  <a:spcPct val="35000"/>
                </a:spcAft>
              </a:pPr>
              <a:r>
                <a:rPr lang="en-US" sz="1800" kern="1200">
                  <a:latin typeface="Times New Roman" panose="02020603050405020304" pitchFamily="18" charset="0"/>
                  <a:cs typeface="Times New Roman" panose="02020603050405020304" pitchFamily="18" charset="0"/>
                </a:rPr>
                <a:t>Shtëpitë</a:t>
              </a:r>
              <a:endParaRPr lang="en-US" sz="1800" kern="1200"/>
            </a:p>
          </p:txBody>
        </p:sp>
      </p:grpSp>
      <p:grpSp>
        <p:nvGrpSpPr>
          <p:cNvPr id="13" name="Group 12">
            <a:extLst>
              <a:ext uri="{FF2B5EF4-FFF2-40B4-BE49-F238E27FC236}">
                <a16:creationId xmlns:a16="http://schemas.microsoft.com/office/drawing/2014/main" id="{8ECC74EA-200C-4485-8D0A-6FE8DD4B1670}"/>
              </a:ext>
            </a:extLst>
          </p:cNvPr>
          <p:cNvGrpSpPr/>
          <p:nvPr/>
        </p:nvGrpSpPr>
        <p:grpSpPr>
          <a:xfrm>
            <a:off x="640032" y="1396064"/>
            <a:ext cx="1184021" cy="975288"/>
            <a:chOff x="302967" y="833498"/>
            <a:chExt cx="1427638" cy="1142110"/>
          </a:xfrm>
        </p:grpSpPr>
        <p:sp>
          <p:nvSpPr>
            <p:cNvPr id="14" name="Rectangle: Rounded Corners 13">
              <a:extLst>
                <a:ext uri="{FF2B5EF4-FFF2-40B4-BE49-F238E27FC236}">
                  <a16:creationId xmlns:a16="http://schemas.microsoft.com/office/drawing/2014/main" id="{74D109C7-B4CF-4C65-B8F7-A769C405099D}"/>
                </a:ext>
              </a:extLst>
            </p:cNvPr>
            <p:cNvSpPr/>
            <p:nvPr/>
          </p:nvSpPr>
          <p:spPr>
            <a:xfrm>
              <a:off x="302967" y="833498"/>
              <a:ext cx="1427638" cy="1142110"/>
            </a:xfrm>
            <a:prstGeom prst="roundRect">
              <a:avLst>
                <a:gd name="adj" fmla="val 10000"/>
              </a:avLst>
            </a:prstGeom>
          </p:spPr>
          <p:style>
            <a:lnRef idx="0">
              <a:schemeClr val="lt1">
                <a:hueOff val="0"/>
                <a:satOff val="0"/>
                <a:lumOff val="0"/>
                <a:alphaOff val="0"/>
              </a:schemeClr>
            </a:lnRef>
            <a:fillRef idx="3">
              <a:schemeClr val="accent4">
                <a:hueOff val="0"/>
                <a:satOff val="0"/>
                <a:lumOff val="0"/>
                <a:alphaOff val="0"/>
              </a:schemeClr>
            </a:fillRef>
            <a:effectRef idx="3">
              <a:schemeClr val="accent4">
                <a:hueOff val="0"/>
                <a:satOff val="0"/>
                <a:lumOff val="0"/>
                <a:alphaOff val="0"/>
              </a:schemeClr>
            </a:effectRef>
            <a:fontRef idx="minor">
              <a:schemeClr val="lt1"/>
            </a:fontRef>
          </p:style>
        </p:sp>
        <p:sp>
          <p:nvSpPr>
            <p:cNvPr id="15" name="Rectangle: Rounded Corners 4">
              <a:extLst>
                <a:ext uri="{FF2B5EF4-FFF2-40B4-BE49-F238E27FC236}">
                  <a16:creationId xmlns:a16="http://schemas.microsoft.com/office/drawing/2014/main" id="{A524D959-B8F2-4895-A0AF-2BA7EC7E167F}"/>
                </a:ext>
              </a:extLst>
            </p:cNvPr>
            <p:cNvSpPr txBox="1"/>
            <p:nvPr/>
          </p:nvSpPr>
          <p:spPr>
            <a:xfrm>
              <a:off x="336418" y="866949"/>
              <a:ext cx="1360736" cy="1075208"/>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34290" tIns="34290" rIns="34290" bIns="34290" numCol="1" spcCol="1270" anchor="ctr" anchorCtr="0">
              <a:noAutofit/>
            </a:bodyPr>
            <a:lstStyle/>
            <a:p>
              <a:pPr marL="0" lvl="0" indent="0" algn="ctr" defTabSz="800100">
                <a:lnSpc>
                  <a:spcPct val="90000"/>
                </a:lnSpc>
                <a:spcBef>
                  <a:spcPct val="0"/>
                </a:spcBef>
                <a:spcAft>
                  <a:spcPct val="35000"/>
                </a:spcAft>
                <a:buNone/>
              </a:pPr>
              <a:r>
                <a:rPr lang="en-US" sz="1800" kern="1200">
                  <a:latin typeface="Times New Roman" panose="02020603050405020304" pitchFamily="18" charset="0"/>
                  <a:cs typeface="Times New Roman" panose="02020603050405020304" pitchFamily="18" charset="0"/>
                </a:rPr>
                <a:t>Ndërtesat</a:t>
              </a:r>
              <a:endParaRPr lang="en-US" sz="1800" kern="1200"/>
            </a:p>
          </p:txBody>
        </p:sp>
      </p:grpSp>
      <p:grpSp>
        <p:nvGrpSpPr>
          <p:cNvPr id="17" name="Group 16">
            <a:extLst>
              <a:ext uri="{FF2B5EF4-FFF2-40B4-BE49-F238E27FC236}">
                <a16:creationId xmlns:a16="http://schemas.microsoft.com/office/drawing/2014/main" id="{D50FCD1A-B794-4AFE-9893-689E1E9643C7}"/>
              </a:ext>
            </a:extLst>
          </p:cNvPr>
          <p:cNvGrpSpPr/>
          <p:nvPr/>
        </p:nvGrpSpPr>
        <p:grpSpPr>
          <a:xfrm>
            <a:off x="409807" y="2828680"/>
            <a:ext cx="1099356" cy="1092713"/>
            <a:chOff x="302967" y="833498"/>
            <a:chExt cx="1427638" cy="1142110"/>
          </a:xfrm>
        </p:grpSpPr>
        <p:sp>
          <p:nvSpPr>
            <p:cNvPr id="18" name="Rectangle: Rounded Corners 17">
              <a:extLst>
                <a:ext uri="{FF2B5EF4-FFF2-40B4-BE49-F238E27FC236}">
                  <a16:creationId xmlns:a16="http://schemas.microsoft.com/office/drawing/2014/main" id="{458F87BA-407D-4BC1-B6D7-9C9C1E1884C3}"/>
                </a:ext>
              </a:extLst>
            </p:cNvPr>
            <p:cNvSpPr/>
            <p:nvPr/>
          </p:nvSpPr>
          <p:spPr>
            <a:xfrm>
              <a:off x="302967" y="833498"/>
              <a:ext cx="1427638" cy="1142110"/>
            </a:xfrm>
            <a:prstGeom prst="roundRect">
              <a:avLst>
                <a:gd name="adj" fmla="val 10000"/>
              </a:avLst>
            </a:prstGeom>
          </p:spPr>
          <p:style>
            <a:lnRef idx="0">
              <a:schemeClr val="lt1">
                <a:hueOff val="0"/>
                <a:satOff val="0"/>
                <a:lumOff val="0"/>
                <a:alphaOff val="0"/>
              </a:schemeClr>
            </a:lnRef>
            <a:fillRef idx="3">
              <a:schemeClr val="accent4">
                <a:hueOff val="0"/>
                <a:satOff val="0"/>
                <a:lumOff val="0"/>
                <a:alphaOff val="0"/>
              </a:schemeClr>
            </a:fillRef>
            <a:effectRef idx="3">
              <a:schemeClr val="accent4">
                <a:hueOff val="0"/>
                <a:satOff val="0"/>
                <a:lumOff val="0"/>
                <a:alphaOff val="0"/>
              </a:schemeClr>
            </a:effectRef>
            <a:fontRef idx="minor">
              <a:schemeClr val="lt1"/>
            </a:fontRef>
          </p:style>
        </p:sp>
        <p:sp>
          <p:nvSpPr>
            <p:cNvPr id="19" name="Rectangle: Rounded Corners 4">
              <a:extLst>
                <a:ext uri="{FF2B5EF4-FFF2-40B4-BE49-F238E27FC236}">
                  <a16:creationId xmlns:a16="http://schemas.microsoft.com/office/drawing/2014/main" id="{118F9DC3-92E8-4360-9674-C12024891210}"/>
                </a:ext>
              </a:extLst>
            </p:cNvPr>
            <p:cNvSpPr txBox="1"/>
            <p:nvPr/>
          </p:nvSpPr>
          <p:spPr>
            <a:xfrm>
              <a:off x="336418" y="866949"/>
              <a:ext cx="1360736" cy="1075208"/>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34290" tIns="34290" rIns="34290" bIns="34290" numCol="1" spcCol="1270" anchor="ctr" anchorCtr="0">
              <a:noAutofit/>
            </a:bodyPr>
            <a:lstStyle/>
            <a:p>
              <a:pPr marL="0" lvl="0" indent="0" algn="ctr" defTabSz="800100">
                <a:lnSpc>
                  <a:spcPct val="90000"/>
                </a:lnSpc>
                <a:spcBef>
                  <a:spcPct val="0"/>
                </a:spcBef>
                <a:spcAft>
                  <a:spcPct val="35000"/>
                </a:spcAft>
                <a:buNone/>
              </a:pPr>
              <a:r>
                <a:rPr lang="en-US" sz="1800" kern="1200">
                  <a:latin typeface="Times New Roman" panose="02020603050405020304" pitchFamily="18" charset="0"/>
                  <a:cs typeface="Times New Roman" panose="02020603050405020304" pitchFamily="18" charset="0"/>
                </a:rPr>
                <a:t>Pjesët e ndërtesës</a:t>
              </a:r>
              <a:endParaRPr lang="en-US" sz="1800" kern="1200"/>
            </a:p>
          </p:txBody>
        </p:sp>
      </p:grpSp>
      <p:grpSp>
        <p:nvGrpSpPr>
          <p:cNvPr id="20" name="Group 19">
            <a:extLst>
              <a:ext uri="{FF2B5EF4-FFF2-40B4-BE49-F238E27FC236}">
                <a16:creationId xmlns:a16="http://schemas.microsoft.com/office/drawing/2014/main" id="{8CE5AB9C-1AE8-43C5-AF3C-14E6D1EBAD98}"/>
              </a:ext>
            </a:extLst>
          </p:cNvPr>
          <p:cNvGrpSpPr/>
          <p:nvPr/>
        </p:nvGrpSpPr>
        <p:grpSpPr>
          <a:xfrm>
            <a:off x="7127492" y="1442182"/>
            <a:ext cx="1123596" cy="1023491"/>
            <a:chOff x="3835235" y="833498"/>
            <a:chExt cx="1427638" cy="1142110"/>
          </a:xfrm>
        </p:grpSpPr>
        <p:sp>
          <p:nvSpPr>
            <p:cNvPr id="21" name="Rectangle: Rounded Corners 20">
              <a:extLst>
                <a:ext uri="{FF2B5EF4-FFF2-40B4-BE49-F238E27FC236}">
                  <a16:creationId xmlns:a16="http://schemas.microsoft.com/office/drawing/2014/main" id="{852E9378-01AA-44CC-98E2-F0294542DBE4}"/>
                </a:ext>
              </a:extLst>
            </p:cNvPr>
            <p:cNvSpPr/>
            <p:nvPr/>
          </p:nvSpPr>
          <p:spPr>
            <a:xfrm>
              <a:off x="3835235" y="833498"/>
              <a:ext cx="1427638" cy="1142110"/>
            </a:xfrm>
            <a:prstGeom prst="roundRect">
              <a:avLst>
                <a:gd name="adj" fmla="val 10000"/>
              </a:avLst>
            </a:prstGeom>
          </p:spPr>
          <p:style>
            <a:lnRef idx="0">
              <a:schemeClr val="lt1">
                <a:hueOff val="0"/>
                <a:satOff val="0"/>
                <a:lumOff val="0"/>
                <a:alphaOff val="0"/>
              </a:schemeClr>
            </a:lnRef>
            <a:fillRef idx="3">
              <a:schemeClr val="accent4">
                <a:hueOff val="9800891"/>
                <a:satOff val="-40777"/>
                <a:lumOff val="9608"/>
                <a:alphaOff val="0"/>
              </a:schemeClr>
            </a:fillRef>
            <a:effectRef idx="3">
              <a:schemeClr val="accent4">
                <a:hueOff val="9800891"/>
                <a:satOff val="-40777"/>
                <a:lumOff val="9608"/>
                <a:alphaOff val="0"/>
              </a:schemeClr>
            </a:effectRef>
            <a:fontRef idx="minor">
              <a:schemeClr val="lt1"/>
            </a:fontRef>
          </p:style>
        </p:sp>
        <p:sp>
          <p:nvSpPr>
            <p:cNvPr id="22" name="Rectangle: Rounded Corners 4">
              <a:extLst>
                <a:ext uri="{FF2B5EF4-FFF2-40B4-BE49-F238E27FC236}">
                  <a16:creationId xmlns:a16="http://schemas.microsoft.com/office/drawing/2014/main" id="{C0AF3865-A4CB-411E-A9A5-ABF6E3DE67D3}"/>
                </a:ext>
              </a:extLst>
            </p:cNvPr>
            <p:cNvSpPr txBox="1"/>
            <p:nvPr/>
          </p:nvSpPr>
          <p:spPr>
            <a:xfrm>
              <a:off x="3868686" y="866949"/>
              <a:ext cx="1360736" cy="1075208"/>
            </a:xfrm>
            <a:prstGeom prst="rect">
              <a:avLst/>
            </a:prstGeom>
            <a:noFill/>
          </p:spPr>
          <p:style>
            <a:lnRef idx="0">
              <a:scrgbClr r="0" g="0" b="0"/>
            </a:lnRef>
            <a:fillRef idx="0">
              <a:scrgbClr r="0" g="0" b="0"/>
            </a:fillRef>
            <a:effectRef idx="0">
              <a:scrgbClr r="0" g="0" b="0"/>
            </a:effectRef>
            <a:fontRef idx="minor">
              <a:schemeClr val="lt1"/>
            </a:fontRef>
          </p:style>
          <p:txBody>
            <a:bodyPr spcFirstLastPara="0" vert="horz" wrap="square" lIns="34290" tIns="34290" rIns="34290" bIns="34290" numCol="1" spcCol="1270" anchor="ctr" anchorCtr="0">
              <a:noAutofit/>
            </a:bodyPr>
            <a:lstStyle/>
            <a:p>
              <a:pPr marL="0" lvl="0" indent="0" algn="ctr" defTabSz="800100">
                <a:lnSpc>
                  <a:spcPct val="90000"/>
                </a:lnSpc>
                <a:spcBef>
                  <a:spcPct val="0"/>
                </a:spcBef>
                <a:spcAft>
                  <a:spcPct val="35000"/>
                </a:spcAft>
                <a:buNone/>
              </a:pPr>
              <a:r>
                <a:rPr lang="en-US">
                  <a:latin typeface="Times New Roman" panose="02020603050405020304" pitchFamily="18" charset="0"/>
                  <a:cs typeface="Times New Roman" panose="02020603050405020304" pitchFamily="18" charset="0"/>
                </a:rPr>
                <a:t>Ujëmatësi zonal</a:t>
              </a:r>
              <a:endParaRPr lang="en-US" sz="1800" kern="1200"/>
            </a:p>
          </p:txBody>
        </p:sp>
      </p:grpSp>
      <p:grpSp>
        <p:nvGrpSpPr>
          <p:cNvPr id="23" name="Group 22">
            <a:extLst>
              <a:ext uri="{FF2B5EF4-FFF2-40B4-BE49-F238E27FC236}">
                <a16:creationId xmlns:a16="http://schemas.microsoft.com/office/drawing/2014/main" id="{12D1FD32-C384-466B-A556-33CC5950DF89}"/>
              </a:ext>
            </a:extLst>
          </p:cNvPr>
          <p:cNvGrpSpPr/>
          <p:nvPr/>
        </p:nvGrpSpPr>
        <p:grpSpPr>
          <a:xfrm>
            <a:off x="7140656" y="4390993"/>
            <a:ext cx="1110432" cy="1103812"/>
            <a:chOff x="3835235" y="833498"/>
            <a:chExt cx="1427638" cy="1142110"/>
          </a:xfrm>
        </p:grpSpPr>
        <p:sp>
          <p:nvSpPr>
            <p:cNvPr id="24" name="Rectangle: Rounded Corners 23">
              <a:extLst>
                <a:ext uri="{FF2B5EF4-FFF2-40B4-BE49-F238E27FC236}">
                  <a16:creationId xmlns:a16="http://schemas.microsoft.com/office/drawing/2014/main" id="{DE58CE39-6766-43A0-B77D-BEFB56D84B1A}"/>
                </a:ext>
              </a:extLst>
            </p:cNvPr>
            <p:cNvSpPr/>
            <p:nvPr/>
          </p:nvSpPr>
          <p:spPr>
            <a:xfrm>
              <a:off x="3835235" y="833498"/>
              <a:ext cx="1427638" cy="1142110"/>
            </a:xfrm>
            <a:prstGeom prst="roundRect">
              <a:avLst>
                <a:gd name="adj" fmla="val 10000"/>
              </a:avLst>
            </a:prstGeom>
          </p:spPr>
          <p:style>
            <a:lnRef idx="0">
              <a:schemeClr val="lt1">
                <a:hueOff val="0"/>
                <a:satOff val="0"/>
                <a:lumOff val="0"/>
                <a:alphaOff val="0"/>
              </a:schemeClr>
            </a:lnRef>
            <a:fillRef idx="3">
              <a:schemeClr val="accent4">
                <a:hueOff val="9800891"/>
                <a:satOff val="-40777"/>
                <a:lumOff val="9608"/>
                <a:alphaOff val="0"/>
              </a:schemeClr>
            </a:fillRef>
            <a:effectRef idx="3">
              <a:schemeClr val="accent4">
                <a:hueOff val="9800891"/>
                <a:satOff val="-40777"/>
                <a:lumOff val="9608"/>
                <a:alphaOff val="0"/>
              </a:schemeClr>
            </a:effectRef>
            <a:fontRef idx="minor">
              <a:schemeClr val="lt1"/>
            </a:fontRef>
          </p:style>
        </p:sp>
        <p:sp>
          <p:nvSpPr>
            <p:cNvPr id="25" name="Rectangle: Rounded Corners 4">
              <a:extLst>
                <a:ext uri="{FF2B5EF4-FFF2-40B4-BE49-F238E27FC236}">
                  <a16:creationId xmlns:a16="http://schemas.microsoft.com/office/drawing/2014/main" id="{25A8A36F-B04B-4FCD-A710-AB5285D066C5}"/>
                </a:ext>
              </a:extLst>
            </p:cNvPr>
            <p:cNvSpPr txBox="1"/>
            <p:nvPr/>
          </p:nvSpPr>
          <p:spPr>
            <a:xfrm>
              <a:off x="3868687" y="866949"/>
              <a:ext cx="1360737" cy="1075207"/>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34290" tIns="34290" rIns="34290" bIns="34290" numCol="1" spcCol="1270" anchor="ctr" anchorCtr="0">
              <a:noAutofit/>
            </a:bodyPr>
            <a:lstStyle/>
            <a:p>
              <a:pPr lvl="0" algn="ctr" defTabSz="800100">
                <a:lnSpc>
                  <a:spcPct val="90000"/>
                </a:lnSpc>
                <a:spcBef>
                  <a:spcPct val="0"/>
                </a:spcBef>
                <a:spcAft>
                  <a:spcPct val="35000"/>
                </a:spcAft>
              </a:pPr>
              <a:r>
                <a:rPr lang="en-US">
                  <a:latin typeface="Times New Roman" panose="02020603050405020304" pitchFamily="18" charset="0"/>
                  <a:cs typeface="Times New Roman" panose="02020603050405020304" pitchFamily="18" charset="0"/>
                </a:rPr>
                <a:t>Ujëmatësi individual</a:t>
              </a:r>
              <a:endParaRPr lang="en-US"/>
            </a:p>
          </p:txBody>
        </p:sp>
      </p:grpSp>
      <p:grpSp>
        <p:nvGrpSpPr>
          <p:cNvPr id="26" name="Group 25">
            <a:extLst>
              <a:ext uri="{FF2B5EF4-FFF2-40B4-BE49-F238E27FC236}">
                <a16:creationId xmlns:a16="http://schemas.microsoft.com/office/drawing/2014/main" id="{3FE0D0EE-3150-4B0F-9C08-6E47E716D0E5}"/>
              </a:ext>
            </a:extLst>
          </p:cNvPr>
          <p:cNvGrpSpPr/>
          <p:nvPr/>
        </p:nvGrpSpPr>
        <p:grpSpPr>
          <a:xfrm>
            <a:off x="7543063" y="2816950"/>
            <a:ext cx="1123596" cy="1103813"/>
            <a:chOff x="3835235" y="833498"/>
            <a:chExt cx="1427638" cy="1142110"/>
          </a:xfrm>
        </p:grpSpPr>
        <p:sp>
          <p:nvSpPr>
            <p:cNvPr id="27" name="Rectangle: Rounded Corners 26">
              <a:extLst>
                <a:ext uri="{FF2B5EF4-FFF2-40B4-BE49-F238E27FC236}">
                  <a16:creationId xmlns:a16="http://schemas.microsoft.com/office/drawing/2014/main" id="{023D6AEF-5321-475B-8520-4682C609E73B}"/>
                </a:ext>
              </a:extLst>
            </p:cNvPr>
            <p:cNvSpPr/>
            <p:nvPr/>
          </p:nvSpPr>
          <p:spPr>
            <a:xfrm>
              <a:off x="3835235" y="833498"/>
              <a:ext cx="1427638" cy="1142110"/>
            </a:xfrm>
            <a:prstGeom prst="roundRect">
              <a:avLst>
                <a:gd name="adj" fmla="val 10000"/>
              </a:avLst>
            </a:prstGeom>
          </p:spPr>
          <p:style>
            <a:lnRef idx="0">
              <a:schemeClr val="lt1">
                <a:hueOff val="0"/>
                <a:satOff val="0"/>
                <a:lumOff val="0"/>
                <a:alphaOff val="0"/>
              </a:schemeClr>
            </a:lnRef>
            <a:fillRef idx="3">
              <a:schemeClr val="accent4">
                <a:hueOff val="9800891"/>
                <a:satOff val="-40777"/>
                <a:lumOff val="9608"/>
                <a:alphaOff val="0"/>
              </a:schemeClr>
            </a:fillRef>
            <a:effectRef idx="3">
              <a:schemeClr val="accent4">
                <a:hueOff val="9800891"/>
                <a:satOff val="-40777"/>
                <a:lumOff val="9608"/>
                <a:alphaOff val="0"/>
              </a:schemeClr>
            </a:effectRef>
            <a:fontRef idx="minor">
              <a:schemeClr val="lt1"/>
            </a:fontRef>
          </p:style>
        </p:sp>
        <p:sp>
          <p:nvSpPr>
            <p:cNvPr id="28" name="Rectangle: Rounded Corners 4">
              <a:extLst>
                <a:ext uri="{FF2B5EF4-FFF2-40B4-BE49-F238E27FC236}">
                  <a16:creationId xmlns:a16="http://schemas.microsoft.com/office/drawing/2014/main" id="{80590164-9178-45F0-8CB2-7C71ECC97DF2}"/>
                </a:ext>
              </a:extLst>
            </p:cNvPr>
            <p:cNvSpPr txBox="1"/>
            <p:nvPr/>
          </p:nvSpPr>
          <p:spPr>
            <a:xfrm>
              <a:off x="3868686" y="866949"/>
              <a:ext cx="1360736" cy="1075208"/>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34290" tIns="34290" rIns="34290" bIns="34290" numCol="1" spcCol="1270" anchor="ctr" anchorCtr="0">
              <a:noAutofit/>
            </a:bodyPr>
            <a:lstStyle/>
            <a:p>
              <a:pPr lvl="0" algn="ctr" defTabSz="800100">
                <a:lnSpc>
                  <a:spcPct val="90000"/>
                </a:lnSpc>
                <a:spcBef>
                  <a:spcPct val="0"/>
                </a:spcBef>
                <a:spcAft>
                  <a:spcPct val="35000"/>
                </a:spcAft>
              </a:pPr>
              <a:r>
                <a:rPr lang="en-US">
                  <a:latin typeface="Times New Roman" panose="02020603050405020304" pitchFamily="18" charset="0"/>
                  <a:cs typeface="Times New Roman" panose="02020603050405020304" pitchFamily="18" charset="0"/>
                </a:rPr>
                <a:t>Ujëmatësi kolektiv</a:t>
              </a:r>
              <a:endParaRPr lang="en-US"/>
            </a:p>
          </p:txBody>
        </p:sp>
      </p:grpSp>
      <p:grpSp>
        <p:nvGrpSpPr>
          <p:cNvPr id="29" name="Group 28">
            <a:extLst>
              <a:ext uri="{FF2B5EF4-FFF2-40B4-BE49-F238E27FC236}">
                <a16:creationId xmlns:a16="http://schemas.microsoft.com/office/drawing/2014/main" id="{140899EF-4305-48A0-8F1C-916E4F1E3AA0}"/>
              </a:ext>
            </a:extLst>
          </p:cNvPr>
          <p:cNvGrpSpPr/>
          <p:nvPr/>
        </p:nvGrpSpPr>
        <p:grpSpPr>
          <a:xfrm>
            <a:off x="3844895" y="511890"/>
            <a:ext cx="1332593" cy="1117607"/>
            <a:chOff x="2069101" y="-85892"/>
            <a:chExt cx="1427638" cy="1373563"/>
          </a:xfrm>
        </p:grpSpPr>
        <p:sp>
          <p:nvSpPr>
            <p:cNvPr id="30" name="Rectangle: Rounded Corners 29">
              <a:extLst>
                <a:ext uri="{FF2B5EF4-FFF2-40B4-BE49-F238E27FC236}">
                  <a16:creationId xmlns:a16="http://schemas.microsoft.com/office/drawing/2014/main" id="{A3024777-4E5D-4962-AC98-E1FEB8954497}"/>
                </a:ext>
              </a:extLst>
            </p:cNvPr>
            <p:cNvSpPr/>
            <p:nvPr/>
          </p:nvSpPr>
          <p:spPr>
            <a:xfrm>
              <a:off x="2069101" y="-85892"/>
              <a:ext cx="1427638" cy="1142110"/>
            </a:xfrm>
            <a:prstGeom prst="roundRect">
              <a:avLst>
                <a:gd name="adj" fmla="val 10000"/>
              </a:avLst>
            </a:prstGeom>
          </p:spPr>
          <p:style>
            <a:lnRef idx="0">
              <a:schemeClr val="lt1">
                <a:hueOff val="0"/>
                <a:satOff val="0"/>
                <a:lumOff val="0"/>
                <a:alphaOff val="0"/>
              </a:schemeClr>
            </a:lnRef>
            <a:fillRef idx="3">
              <a:schemeClr val="accent4">
                <a:hueOff val="4900445"/>
                <a:satOff val="-20388"/>
                <a:lumOff val="4804"/>
                <a:alphaOff val="0"/>
              </a:schemeClr>
            </a:fillRef>
            <a:effectRef idx="3">
              <a:schemeClr val="accent4">
                <a:hueOff val="4900445"/>
                <a:satOff val="-20388"/>
                <a:lumOff val="4804"/>
                <a:alphaOff val="0"/>
              </a:schemeClr>
            </a:effectRef>
            <a:fontRef idx="minor">
              <a:schemeClr val="lt1"/>
            </a:fontRef>
          </p:style>
        </p:sp>
        <p:sp>
          <p:nvSpPr>
            <p:cNvPr id="31" name="Rectangle: Rounded Corners 4">
              <a:extLst>
                <a:ext uri="{FF2B5EF4-FFF2-40B4-BE49-F238E27FC236}">
                  <a16:creationId xmlns:a16="http://schemas.microsoft.com/office/drawing/2014/main" id="{0FBC1306-855F-4F55-A455-85BF5726643A}"/>
                </a:ext>
              </a:extLst>
            </p:cNvPr>
            <p:cNvSpPr txBox="1"/>
            <p:nvPr/>
          </p:nvSpPr>
          <p:spPr>
            <a:xfrm>
              <a:off x="2102551" y="-85891"/>
              <a:ext cx="1394188" cy="1373562"/>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34290" tIns="34290" rIns="34290" bIns="34290" numCol="1" spcCol="1270" anchor="ctr" anchorCtr="0">
              <a:noAutofit/>
            </a:bodyPr>
            <a:lstStyle/>
            <a:p>
              <a:pPr algn="ctr" defTabSz="800100">
                <a:lnSpc>
                  <a:spcPct val="90000"/>
                </a:lnSpc>
                <a:spcBef>
                  <a:spcPct val="0"/>
                </a:spcBef>
                <a:spcAft>
                  <a:spcPct val="35000"/>
                </a:spcAft>
              </a:pPr>
              <a:r>
                <a:rPr lang="en-US">
                  <a:latin typeface="Times New Roman" panose="02020603050405020304" pitchFamily="18" charset="0"/>
                  <a:cs typeface="Times New Roman" panose="02020603050405020304" pitchFamily="18" charset="0"/>
                </a:rPr>
                <a:t>Gypi shpërndarës</a:t>
              </a:r>
              <a:endParaRPr lang="en-US"/>
            </a:p>
            <a:p>
              <a:pPr marL="0" lvl="0" indent="0" algn="ctr" defTabSz="800100">
                <a:lnSpc>
                  <a:spcPct val="90000"/>
                </a:lnSpc>
                <a:spcBef>
                  <a:spcPct val="0"/>
                </a:spcBef>
                <a:spcAft>
                  <a:spcPct val="35000"/>
                </a:spcAft>
                <a:buNone/>
              </a:pPr>
              <a:endParaRPr lang="en-US" sz="1800" kern="1200"/>
            </a:p>
          </p:txBody>
        </p:sp>
      </p:grpSp>
      <p:grpSp>
        <p:nvGrpSpPr>
          <p:cNvPr id="35" name="Group 34">
            <a:extLst>
              <a:ext uri="{FF2B5EF4-FFF2-40B4-BE49-F238E27FC236}">
                <a16:creationId xmlns:a16="http://schemas.microsoft.com/office/drawing/2014/main" id="{9973308D-14DA-48FD-953B-8451F75D9FB8}"/>
              </a:ext>
            </a:extLst>
          </p:cNvPr>
          <p:cNvGrpSpPr/>
          <p:nvPr/>
        </p:nvGrpSpPr>
        <p:grpSpPr>
          <a:xfrm>
            <a:off x="5568273" y="752956"/>
            <a:ext cx="1123596" cy="975288"/>
            <a:chOff x="2069101" y="-85892"/>
            <a:chExt cx="1427638" cy="1142110"/>
          </a:xfrm>
        </p:grpSpPr>
        <p:sp>
          <p:nvSpPr>
            <p:cNvPr id="36" name="Rectangle: Rounded Corners 35">
              <a:extLst>
                <a:ext uri="{FF2B5EF4-FFF2-40B4-BE49-F238E27FC236}">
                  <a16:creationId xmlns:a16="http://schemas.microsoft.com/office/drawing/2014/main" id="{7A036C10-8F68-4ECF-9E57-A424416E29BB}"/>
                </a:ext>
              </a:extLst>
            </p:cNvPr>
            <p:cNvSpPr/>
            <p:nvPr/>
          </p:nvSpPr>
          <p:spPr>
            <a:xfrm>
              <a:off x="2069101" y="-85892"/>
              <a:ext cx="1427638" cy="1142110"/>
            </a:xfrm>
            <a:prstGeom prst="roundRect">
              <a:avLst>
                <a:gd name="adj" fmla="val 10000"/>
              </a:avLst>
            </a:prstGeom>
          </p:spPr>
          <p:style>
            <a:lnRef idx="0">
              <a:schemeClr val="lt1">
                <a:hueOff val="0"/>
                <a:satOff val="0"/>
                <a:lumOff val="0"/>
                <a:alphaOff val="0"/>
              </a:schemeClr>
            </a:lnRef>
            <a:fillRef idx="3">
              <a:schemeClr val="accent4">
                <a:hueOff val="4900445"/>
                <a:satOff val="-20388"/>
                <a:lumOff val="4804"/>
                <a:alphaOff val="0"/>
              </a:schemeClr>
            </a:fillRef>
            <a:effectRef idx="3">
              <a:schemeClr val="accent4">
                <a:hueOff val="4900445"/>
                <a:satOff val="-20388"/>
                <a:lumOff val="4804"/>
                <a:alphaOff val="0"/>
              </a:schemeClr>
            </a:effectRef>
            <a:fontRef idx="minor">
              <a:schemeClr val="lt1"/>
            </a:fontRef>
          </p:style>
        </p:sp>
        <p:sp>
          <p:nvSpPr>
            <p:cNvPr id="37" name="Rectangle: Rounded Corners 4">
              <a:extLst>
                <a:ext uri="{FF2B5EF4-FFF2-40B4-BE49-F238E27FC236}">
                  <a16:creationId xmlns:a16="http://schemas.microsoft.com/office/drawing/2014/main" id="{41BCD6D1-ED6B-40AA-A515-F2BDD2CFF9B9}"/>
                </a:ext>
              </a:extLst>
            </p:cNvPr>
            <p:cNvSpPr txBox="1"/>
            <p:nvPr/>
          </p:nvSpPr>
          <p:spPr>
            <a:xfrm>
              <a:off x="2102552" y="-52441"/>
              <a:ext cx="1360736" cy="1075208"/>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34290" tIns="34290" rIns="34290" bIns="34290" numCol="1" spcCol="1270" anchor="ctr" anchorCtr="0">
              <a:noAutofit/>
            </a:bodyPr>
            <a:lstStyle/>
            <a:p>
              <a:pPr marL="0" lvl="0" indent="0" algn="ctr" defTabSz="800100">
                <a:lnSpc>
                  <a:spcPct val="90000"/>
                </a:lnSpc>
                <a:spcBef>
                  <a:spcPct val="0"/>
                </a:spcBef>
                <a:spcAft>
                  <a:spcPct val="35000"/>
                </a:spcAft>
                <a:buNone/>
              </a:pPr>
              <a:r>
                <a:rPr lang="en-US" sz="1800" kern="1200">
                  <a:latin typeface="Times New Roman" panose="02020603050405020304" pitchFamily="18" charset="0"/>
                  <a:cs typeface="Times New Roman" panose="02020603050405020304" pitchFamily="18" charset="0"/>
                </a:rPr>
                <a:t>Simbolet lineare të rrjetit të gypave</a:t>
              </a:r>
              <a:endParaRPr lang="en-US" sz="1800" kern="1200"/>
            </a:p>
          </p:txBody>
        </p:sp>
      </p:grpSp>
      <p:grpSp>
        <p:nvGrpSpPr>
          <p:cNvPr id="39" name="Group 38">
            <a:extLst>
              <a:ext uri="{FF2B5EF4-FFF2-40B4-BE49-F238E27FC236}">
                <a16:creationId xmlns:a16="http://schemas.microsoft.com/office/drawing/2014/main" id="{C08A3F75-B1C9-4B02-AD55-C0617FB9403D}"/>
              </a:ext>
            </a:extLst>
          </p:cNvPr>
          <p:cNvGrpSpPr/>
          <p:nvPr/>
        </p:nvGrpSpPr>
        <p:grpSpPr>
          <a:xfrm>
            <a:off x="2330514" y="781521"/>
            <a:ext cx="1123597" cy="1012201"/>
            <a:chOff x="2069101" y="-85892"/>
            <a:chExt cx="1427638" cy="1142110"/>
          </a:xfrm>
        </p:grpSpPr>
        <p:sp>
          <p:nvSpPr>
            <p:cNvPr id="40" name="Rectangle: Rounded Corners 39">
              <a:extLst>
                <a:ext uri="{FF2B5EF4-FFF2-40B4-BE49-F238E27FC236}">
                  <a16:creationId xmlns:a16="http://schemas.microsoft.com/office/drawing/2014/main" id="{3FE8B684-00CA-466B-914A-FE9C09588BA8}"/>
                </a:ext>
              </a:extLst>
            </p:cNvPr>
            <p:cNvSpPr/>
            <p:nvPr/>
          </p:nvSpPr>
          <p:spPr>
            <a:xfrm>
              <a:off x="2069101" y="-85892"/>
              <a:ext cx="1427638" cy="1142110"/>
            </a:xfrm>
            <a:prstGeom prst="roundRect">
              <a:avLst>
                <a:gd name="adj" fmla="val 10000"/>
              </a:avLst>
            </a:prstGeom>
          </p:spPr>
          <p:style>
            <a:lnRef idx="0">
              <a:schemeClr val="lt1">
                <a:hueOff val="0"/>
                <a:satOff val="0"/>
                <a:lumOff val="0"/>
                <a:alphaOff val="0"/>
              </a:schemeClr>
            </a:lnRef>
            <a:fillRef idx="3">
              <a:schemeClr val="accent4">
                <a:hueOff val="4900445"/>
                <a:satOff val="-20388"/>
                <a:lumOff val="4804"/>
                <a:alphaOff val="0"/>
              </a:schemeClr>
            </a:fillRef>
            <a:effectRef idx="3">
              <a:schemeClr val="accent4">
                <a:hueOff val="4900445"/>
                <a:satOff val="-20388"/>
                <a:lumOff val="4804"/>
                <a:alphaOff val="0"/>
              </a:schemeClr>
            </a:effectRef>
            <a:fontRef idx="minor">
              <a:schemeClr val="lt1"/>
            </a:fontRef>
          </p:style>
        </p:sp>
        <p:sp>
          <p:nvSpPr>
            <p:cNvPr id="41" name="Rectangle: Rounded Corners 4">
              <a:extLst>
                <a:ext uri="{FF2B5EF4-FFF2-40B4-BE49-F238E27FC236}">
                  <a16:creationId xmlns:a16="http://schemas.microsoft.com/office/drawing/2014/main" id="{3DEE75A9-5CEA-4108-8DAD-DF85C49508CA}"/>
                </a:ext>
              </a:extLst>
            </p:cNvPr>
            <p:cNvSpPr txBox="1"/>
            <p:nvPr/>
          </p:nvSpPr>
          <p:spPr>
            <a:xfrm>
              <a:off x="2102552" y="-52441"/>
              <a:ext cx="1360736" cy="1075208"/>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34290" tIns="34290" rIns="34290" bIns="34290" numCol="1" spcCol="1270" anchor="ctr" anchorCtr="0">
              <a:noAutofit/>
            </a:bodyPr>
            <a:lstStyle/>
            <a:p>
              <a:pPr marL="0" lvl="0" indent="0" algn="ctr" defTabSz="800100">
                <a:lnSpc>
                  <a:spcPct val="90000"/>
                </a:lnSpc>
                <a:spcBef>
                  <a:spcPct val="0"/>
                </a:spcBef>
                <a:spcAft>
                  <a:spcPct val="35000"/>
                </a:spcAft>
                <a:buNone/>
              </a:pPr>
              <a:r>
                <a:rPr lang="en-US" sz="1800" kern="1200">
                  <a:latin typeface="Times New Roman" panose="02020603050405020304" pitchFamily="18" charset="0"/>
                  <a:cs typeface="Times New Roman" panose="02020603050405020304" pitchFamily="18" charset="0"/>
                </a:rPr>
                <a:t>Gypi furnizues</a:t>
              </a:r>
              <a:endParaRPr lang="en-US" sz="1800" kern="1200"/>
            </a:p>
          </p:txBody>
        </p:sp>
      </p:grpSp>
    </p:spTree>
    <p:extLst>
      <p:ext uri="{BB962C8B-B14F-4D97-AF65-F5344CB8AC3E}">
        <p14:creationId xmlns:p14="http://schemas.microsoft.com/office/powerpoint/2010/main" val="251199935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A1F2DD4-29E5-446C-9DF2-2EF099675AEF}"/>
              </a:ext>
            </a:extLst>
          </p:cNvPr>
          <p:cNvSpPr>
            <a:spLocks noGrp="1"/>
          </p:cNvSpPr>
          <p:nvPr>
            <p:ph idx="1"/>
          </p:nvPr>
        </p:nvSpPr>
        <p:spPr>
          <a:xfrm>
            <a:off x="328916" y="265923"/>
            <a:ext cx="8486167" cy="6326153"/>
          </a:xfrm>
        </p:spPr>
        <p:txBody>
          <a:bodyPr>
            <a:normAutofit/>
          </a:bodyPr>
          <a:lstStyle/>
          <a:p>
            <a:pPr marL="0" indent="0">
              <a:buNone/>
            </a:pPr>
            <a:r>
              <a:rPr lang="en-US" sz="2000" b="1">
                <a:latin typeface="Times New Roman" panose="02020603050405020304" pitchFamily="18" charset="0"/>
                <a:cs typeface="Times New Roman" panose="02020603050405020304" pitchFamily="18" charset="0"/>
              </a:rPr>
              <a:t>6.1 </a:t>
            </a:r>
            <a:r>
              <a:rPr lang="sq-AL" sz="2000" b="1">
                <a:latin typeface="Times New Roman" panose="02020603050405020304" pitchFamily="18" charset="0"/>
                <a:cs typeface="Times New Roman" panose="02020603050405020304" pitchFamily="18" charset="0"/>
              </a:rPr>
              <a:t>Simbolet poligonale (</a:t>
            </a:r>
            <a:r>
              <a:rPr lang="en-US" sz="2000" b="1">
                <a:latin typeface="Times New Roman" panose="02020603050405020304" pitchFamily="18" charset="0"/>
                <a:cs typeface="Times New Roman" panose="02020603050405020304" pitchFamily="18" charset="0"/>
              </a:rPr>
              <a:t>ndërtesat</a:t>
            </a:r>
            <a:r>
              <a:rPr lang="sq-AL" sz="2000" b="1">
                <a:latin typeface="Times New Roman" panose="02020603050405020304" pitchFamily="18" charset="0"/>
                <a:cs typeface="Times New Roman" panose="02020603050405020304" pitchFamily="18" charset="0"/>
              </a:rPr>
              <a:t>)</a:t>
            </a:r>
            <a:br>
              <a:rPr lang="en-US" sz="2200">
                <a:latin typeface="Times New Roman" panose="02020603050405020304" pitchFamily="18" charset="0"/>
                <a:cs typeface="Times New Roman" panose="02020603050405020304" pitchFamily="18" charset="0"/>
              </a:rPr>
            </a:br>
            <a:br>
              <a:rPr lang="en-US" sz="2200">
                <a:latin typeface="Times New Roman" panose="02020603050405020304" pitchFamily="18" charset="0"/>
                <a:cs typeface="Times New Roman" panose="02020603050405020304" pitchFamily="18" charset="0"/>
              </a:rPr>
            </a:br>
            <a:br>
              <a:rPr lang="en-US" sz="2200">
                <a:latin typeface="Times New Roman" panose="02020603050405020304" pitchFamily="18" charset="0"/>
                <a:cs typeface="Times New Roman" panose="02020603050405020304" pitchFamily="18" charset="0"/>
              </a:rPr>
            </a:br>
            <a:br>
              <a:rPr lang="en-US" sz="2200">
                <a:latin typeface="Times New Roman" panose="02020603050405020304" pitchFamily="18" charset="0"/>
                <a:cs typeface="Times New Roman" panose="02020603050405020304" pitchFamily="18" charset="0"/>
              </a:rPr>
            </a:br>
            <a:endParaRPr lang="en-US" sz="2200">
              <a:latin typeface="Times New Roman" panose="02020603050405020304" pitchFamily="18" charset="0"/>
              <a:cs typeface="Times New Roman" panose="02020603050405020304" pitchFamily="18" charset="0"/>
            </a:endParaRPr>
          </a:p>
          <a:p>
            <a:pPr marL="0" indent="0">
              <a:buNone/>
            </a:pPr>
            <a:br>
              <a:rPr lang="en-US" sz="2200">
                <a:latin typeface="Times New Roman" panose="02020603050405020304" pitchFamily="18" charset="0"/>
                <a:cs typeface="Times New Roman" panose="02020603050405020304" pitchFamily="18" charset="0"/>
              </a:rPr>
            </a:br>
            <a:br>
              <a:rPr lang="en-US" sz="2200">
                <a:latin typeface="Times New Roman" panose="02020603050405020304" pitchFamily="18" charset="0"/>
                <a:cs typeface="Times New Roman" panose="02020603050405020304" pitchFamily="18" charset="0"/>
              </a:rPr>
            </a:br>
            <a:br>
              <a:rPr lang="en-US" sz="2200">
                <a:latin typeface="Times New Roman" panose="02020603050405020304" pitchFamily="18" charset="0"/>
                <a:cs typeface="Times New Roman" panose="02020603050405020304" pitchFamily="18" charset="0"/>
              </a:rPr>
            </a:br>
            <a:br>
              <a:rPr lang="en-US" sz="2200">
                <a:latin typeface="Times New Roman" panose="02020603050405020304" pitchFamily="18" charset="0"/>
                <a:cs typeface="Times New Roman" panose="02020603050405020304" pitchFamily="18" charset="0"/>
              </a:rPr>
            </a:br>
            <a:br>
              <a:rPr lang="en-US" sz="2200">
                <a:latin typeface="Times New Roman" panose="02020603050405020304" pitchFamily="18" charset="0"/>
                <a:cs typeface="Times New Roman" panose="02020603050405020304" pitchFamily="18" charset="0"/>
              </a:rPr>
            </a:br>
            <a:r>
              <a:rPr lang="en-US" sz="2200">
                <a:latin typeface="Times New Roman" panose="02020603050405020304" pitchFamily="18" charset="0"/>
                <a:cs typeface="Times New Roman" panose="02020603050405020304" pitchFamily="18" charset="0"/>
              </a:rPr>
              <a:t>                                                        </a:t>
            </a:r>
            <a:br>
              <a:rPr lang="en-US" sz="2200">
                <a:latin typeface="Times New Roman" panose="02020603050405020304" pitchFamily="18" charset="0"/>
                <a:cs typeface="Times New Roman" panose="02020603050405020304" pitchFamily="18" charset="0"/>
              </a:rPr>
            </a:br>
            <a:r>
              <a:rPr lang="en-US" sz="1500">
                <a:latin typeface="Times New Roman" panose="02020603050405020304" pitchFamily="18" charset="0"/>
                <a:cs typeface="Times New Roman" panose="02020603050405020304" pitchFamily="18" charset="0"/>
              </a:rPr>
              <a:t>Figura 1. Objektet e krijuara tabela e atributeve.                Figura 2.Simbologjia e objekteve.</a:t>
            </a:r>
            <a:br>
              <a:rPr lang="en-US" sz="2200">
                <a:latin typeface="Times New Roman" panose="02020603050405020304" pitchFamily="18" charset="0"/>
                <a:cs typeface="Times New Roman" panose="02020603050405020304" pitchFamily="18" charset="0"/>
              </a:rPr>
            </a:br>
            <a:endParaRPr lang="en-US" sz="2200">
              <a:latin typeface="Times New Roman" panose="02020603050405020304" pitchFamily="18" charset="0"/>
              <a:cs typeface="Times New Roman" panose="02020603050405020304" pitchFamily="18" charset="0"/>
            </a:endParaRPr>
          </a:p>
        </p:txBody>
      </p:sp>
      <p:pic>
        <p:nvPicPr>
          <p:cNvPr id="6" name="Picture 5">
            <a:extLst>
              <a:ext uri="{FF2B5EF4-FFF2-40B4-BE49-F238E27FC236}">
                <a16:creationId xmlns:a16="http://schemas.microsoft.com/office/drawing/2014/main" id="{C205F0B3-B2D6-49EC-B5B6-AEB04819BBE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13635" y="980111"/>
            <a:ext cx="4206818" cy="2751243"/>
          </a:xfrm>
          <a:prstGeom prst="rect">
            <a:avLst/>
          </a:prstGeom>
        </p:spPr>
      </p:pic>
      <p:pic>
        <p:nvPicPr>
          <p:cNvPr id="8" name="Picture 7">
            <a:extLst>
              <a:ext uri="{FF2B5EF4-FFF2-40B4-BE49-F238E27FC236}">
                <a16:creationId xmlns:a16="http://schemas.microsoft.com/office/drawing/2014/main" id="{F76FAE2C-F28B-4F9C-B0B4-13ABF83842F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28916" y="980111"/>
            <a:ext cx="4134949" cy="2751242"/>
          </a:xfrm>
          <a:prstGeom prst="rect">
            <a:avLst/>
          </a:prstGeom>
        </p:spPr>
      </p:pic>
      <p:pic>
        <p:nvPicPr>
          <p:cNvPr id="15" name="Picture 14">
            <a:extLst>
              <a:ext uri="{FF2B5EF4-FFF2-40B4-BE49-F238E27FC236}">
                <a16:creationId xmlns:a16="http://schemas.microsoft.com/office/drawing/2014/main" id="{68CF38A6-D08F-4F8F-9DCD-05DACD21DA9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2835" y="4092645"/>
            <a:ext cx="3469410" cy="2310853"/>
          </a:xfrm>
          <a:prstGeom prst="rect">
            <a:avLst/>
          </a:prstGeom>
        </p:spPr>
      </p:pic>
      <p:sp>
        <p:nvSpPr>
          <p:cNvPr id="25" name="Arrow: Right 24">
            <a:extLst>
              <a:ext uri="{FF2B5EF4-FFF2-40B4-BE49-F238E27FC236}">
                <a16:creationId xmlns:a16="http://schemas.microsoft.com/office/drawing/2014/main" id="{793366DF-D6A3-4ADC-8995-7AFC4C689DDF}"/>
              </a:ext>
            </a:extLst>
          </p:cNvPr>
          <p:cNvSpPr/>
          <p:nvPr/>
        </p:nvSpPr>
        <p:spPr>
          <a:xfrm>
            <a:off x="4016393" y="5191870"/>
            <a:ext cx="894944" cy="272375"/>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Oval 27">
            <a:extLst>
              <a:ext uri="{FF2B5EF4-FFF2-40B4-BE49-F238E27FC236}">
                <a16:creationId xmlns:a16="http://schemas.microsoft.com/office/drawing/2014/main" id="{D0B3BC04-2F06-410D-BAAF-90B51E7B0F83}"/>
              </a:ext>
            </a:extLst>
          </p:cNvPr>
          <p:cNvSpPr/>
          <p:nvPr/>
        </p:nvSpPr>
        <p:spPr>
          <a:xfrm>
            <a:off x="5133387" y="4858430"/>
            <a:ext cx="2480554" cy="939253"/>
          </a:xfrm>
          <a:prstGeom prst="ellipse">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Fushat e atributeve për ndërtesat</a:t>
            </a:r>
          </a:p>
        </p:txBody>
      </p:sp>
    </p:spTree>
    <p:extLst>
      <p:ext uri="{BB962C8B-B14F-4D97-AF65-F5344CB8AC3E}">
        <p14:creationId xmlns:p14="http://schemas.microsoft.com/office/powerpoint/2010/main" val="403190970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016199E-4269-415F-B19C-5AFA8C141F73}"/>
              </a:ext>
            </a:extLst>
          </p:cNvPr>
          <p:cNvSpPr>
            <a:spLocks noGrp="1"/>
          </p:cNvSpPr>
          <p:nvPr>
            <p:ph idx="1"/>
          </p:nvPr>
        </p:nvSpPr>
        <p:spPr>
          <a:xfrm>
            <a:off x="628650" y="194553"/>
            <a:ext cx="7886699" cy="6468894"/>
          </a:xfrm>
        </p:spPr>
        <p:txBody>
          <a:bodyPr>
            <a:normAutofit/>
          </a:bodyPr>
          <a:lstStyle/>
          <a:p>
            <a:pPr marL="0" indent="0">
              <a:buNone/>
            </a:pPr>
            <a:r>
              <a:rPr lang="en-US" sz="2000" b="1">
                <a:latin typeface="Times New Roman" panose="02020603050405020304" pitchFamily="18" charset="0"/>
                <a:cs typeface="Times New Roman" panose="02020603050405020304" pitchFamily="18" charset="0"/>
              </a:rPr>
              <a:t>6.2 </a:t>
            </a:r>
            <a:r>
              <a:rPr lang="sq-AL" sz="2000" b="1">
                <a:latin typeface="Times New Roman" panose="02020603050405020304" pitchFamily="18" charset="0"/>
                <a:cs typeface="Times New Roman" panose="02020603050405020304" pitchFamily="18" charset="0"/>
              </a:rPr>
              <a:t>Simbolet lineare të rrjetit të gypave</a:t>
            </a:r>
            <a:br>
              <a:rPr lang="en-US" sz="2200">
                <a:latin typeface="Times New Roman" panose="02020603050405020304" pitchFamily="18" charset="0"/>
                <a:cs typeface="Times New Roman" panose="02020603050405020304" pitchFamily="18" charset="0"/>
              </a:rPr>
            </a:br>
            <a:br>
              <a:rPr lang="en-US" sz="2200">
                <a:latin typeface="Times New Roman" panose="02020603050405020304" pitchFamily="18" charset="0"/>
                <a:cs typeface="Times New Roman" panose="02020603050405020304" pitchFamily="18" charset="0"/>
              </a:rPr>
            </a:br>
            <a:r>
              <a:rPr lang="sq-AL" sz="1500">
                <a:latin typeface="Times New Roman" panose="02020603050405020304" pitchFamily="18" charset="0"/>
                <a:cs typeface="Times New Roman" panose="02020603050405020304" pitchFamily="18" charset="0"/>
              </a:rPr>
              <a:t>Si përshkrim ose etiketim te gypi i furnizimit është paraqitur në linjë edhe emërtimi (GF01).</a:t>
            </a:r>
            <a:br>
              <a:rPr lang="en-US" sz="1500">
                <a:latin typeface="Times New Roman" panose="02020603050405020304" pitchFamily="18" charset="0"/>
                <a:cs typeface="Times New Roman" panose="02020603050405020304" pitchFamily="18" charset="0"/>
              </a:rPr>
            </a:br>
            <a:br>
              <a:rPr lang="en-US" sz="1500">
                <a:latin typeface="Times New Roman" panose="02020603050405020304" pitchFamily="18" charset="0"/>
                <a:cs typeface="Times New Roman" panose="02020603050405020304" pitchFamily="18" charset="0"/>
              </a:rPr>
            </a:br>
            <a:br>
              <a:rPr lang="en-US" sz="1500">
                <a:latin typeface="Times New Roman" panose="02020603050405020304" pitchFamily="18" charset="0"/>
                <a:cs typeface="Times New Roman" panose="02020603050405020304" pitchFamily="18" charset="0"/>
              </a:rPr>
            </a:br>
            <a:br>
              <a:rPr lang="en-US" sz="1500">
                <a:latin typeface="Times New Roman" panose="02020603050405020304" pitchFamily="18" charset="0"/>
                <a:cs typeface="Times New Roman" panose="02020603050405020304" pitchFamily="18" charset="0"/>
              </a:rPr>
            </a:br>
            <a:br>
              <a:rPr lang="en-US" sz="1500">
                <a:latin typeface="Times New Roman" panose="02020603050405020304" pitchFamily="18" charset="0"/>
                <a:cs typeface="Times New Roman" panose="02020603050405020304" pitchFamily="18" charset="0"/>
              </a:rPr>
            </a:br>
            <a:br>
              <a:rPr lang="en-US" sz="1500">
                <a:latin typeface="Times New Roman" panose="02020603050405020304" pitchFamily="18" charset="0"/>
                <a:cs typeface="Times New Roman" panose="02020603050405020304" pitchFamily="18" charset="0"/>
              </a:rPr>
            </a:br>
            <a:br>
              <a:rPr lang="en-US" sz="1500">
                <a:latin typeface="Times New Roman" panose="02020603050405020304" pitchFamily="18" charset="0"/>
                <a:cs typeface="Times New Roman" panose="02020603050405020304" pitchFamily="18" charset="0"/>
              </a:rPr>
            </a:br>
            <a:br>
              <a:rPr lang="en-US" sz="1500">
                <a:latin typeface="Times New Roman" panose="02020603050405020304" pitchFamily="18" charset="0"/>
                <a:cs typeface="Times New Roman" panose="02020603050405020304" pitchFamily="18" charset="0"/>
              </a:rPr>
            </a:br>
            <a:r>
              <a:rPr lang="en-US" sz="1500">
                <a:latin typeface="Times New Roman" panose="02020603050405020304" pitchFamily="18" charset="0"/>
                <a:cs typeface="Times New Roman" panose="02020603050405020304" pitchFamily="18" charset="0"/>
              </a:rPr>
              <a:t>d</a:t>
            </a:r>
            <a:br>
              <a:rPr lang="en-US" sz="1500">
                <a:latin typeface="Times New Roman" panose="02020603050405020304" pitchFamily="18" charset="0"/>
                <a:cs typeface="Times New Roman" panose="02020603050405020304" pitchFamily="18" charset="0"/>
              </a:rPr>
            </a:br>
            <a:br>
              <a:rPr lang="en-US" sz="1500">
                <a:latin typeface="Times New Roman" panose="02020603050405020304" pitchFamily="18" charset="0"/>
                <a:cs typeface="Times New Roman" panose="02020603050405020304" pitchFamily="18" charset="0"/>
              </a:rPr>
            </a:br>
            <a:br>
              <a:rPr lang="en-US" sz="1500">
                <a:latin typeface="Times New Roman" panose="02020603050405020304" pitchFamily="18" charset="0"/>
                <a:cs typeface="Times New Roman" panose="02020603050405020304" pitchFamily="18" charset="0"/>
              </a:rPr>
            </a:br>
            <a:br>
              <a:rPr lang="en-US" sz="1500">
                <a:latin typeface="Times New Roman" panose="02020603050405020304" pitchFamily="18" charset="0"/>
                <a:cs typeface="Times New Roman" panose="02020603050405020304" pitchFamily="18" charset="0"/>
              </a:rPr>
            </a:br>
            <a:br>
              <a:rPr lang="en-US" sz="1500">
                <a:latin typeface="Times New Roman" panose="02020603050405020304" pitchFamily="18" charset="0"/>
                <a:cs typeface="Times New Roman" panose="02020603050405020304" pitchFamily="18" charset="0"/>
              </a:rPr>
            </a:br>
            <a:br>
              <a:rPr lang="en-US" sz="1500">
                <a:latin typeface="Times New Roman" panose="02020603050405020304" pitchFamily="18" charset="0"/>
                <a:cs typeface="Times New Roman" panose="02020603050405020304" pitchFamily="18" charset="0"/>
              </a:rPr>
            </a:br>
            <a:br>
              <a:rPr lang="en-US" sz="1500">
                <a:latin typeface="Times New Roman" panose="02020603050405020304" pitchFamily="18" charset="0"/>
                <a:cs typeface="Times New Roman" panose="02020603050405020304" pitchFamily="18" charset="0"/>
              </a:rPr>
            </a:br>
            <a:br>
              <a:rPr lang="en-US" sz="1500">
                <a:latin typeface="Times New Roman" panose="02020603050405020304" pitchFamily="18" charset="0"/>
                <a:cs typeface="Times New Roman" panose="02020603050405020304" pitchFamily="18" charset="0"/>
              </a:rPr>
            </a:br>
            <a:br>
              <a:rPr lang="en-US" sz="1500">
                <a:latin typeface="Times New Roman" panose="02020603050405020304" pitchFamily="18" charset="0"/>
                <a:cs typeface="Times New Roman" panose="02020603050405020304" pitchFamily="18" charset="0"/>
              </a:rPr>
            </a:br>
            <a:r>
              <a:rPr lang="en-US" sz="2000" b="1">
                <a:latin typeface="Times New Roman" panose="02020603050405020304" pitchFamily="18" charset="0"/>
                <a:cs typeface="Times New Roman" panose="02020603050405020304" pitchFamily="18" charset="0"/>
              </a:rPr>
              <a:t>6.3 </a:t>
            </a:r>
            <a:r>
              <a:rPr lang="sq-AL" sz="2000" b="1">
                <a:latin typeface="Times New Roman" panose="02020603050405020304" pitchFamily="18" charset="0"/>
                <a:cs typeface="Times New Roman" panose="02020603050405020304" pitchFamily="18" charset="0"/>
              </a:rPr>
              <a:t>Simbolet </a:t>
            </a:r>
            <a:r>
              <a:rPr lang="en-US" sz="2000" b="1">
                <a:latin typeface="Times New Roman" panose="02020603050405020304" pitchFamily="18" charset="0"/>
                <a:cs typeface="Times New Roman" panose="02020603050405020304" pitchFamily="18" charset="0"/>
              </a:rPr>
              <a:t>për</a:t>
            </a:r>
            <a:r>
              <a:rPr lang="sq-AL" sz="2000" b="1">
                <a:latin typeface="Times New Roman" panose="02020603050405020304" pitchFamily="18" charset="0"/>
                <a:cs typeface="Times New Roman" panose="02020603050405020304" pitchFamily="18" charset="0"/>
              </a:rPr>
              <a:t> ujëmatës</a:t>
            </a:r>
            <a:r>
              <a:rPr lang="en-US" sz="2000" b="1">
                <a:latin typeface="Times New Roman" panose="02020603050405020304" pitchFamily="18" charset="0"/>
                <a:cs typeface="Times New Roman" panose="02020603050405020304" pitchFamily="18" charset="0"/>
              </a:rPr>
              <a:t>it</a:t>
            </a:r>
            <a:br>
              <a:rPr lang="en-US" sz="2000" b="1">
                <a:latin typeface="Times New Roman" panose="02020603050405020304" pitchFamily="18" charset="0"/>
                <a:cs typeface="Times New Roman" panose="02020603050405020304" pitchFamily="18" charset="0"/>
              </a:rPr>
            </a:br>
            <a:br>
              <a:rPr lang="en-US" sz="2200">
                <a:latin typeface="Times New Roman" panose="02020603050405020304" pitchFamily="18" charset="0"/>
                <a:cs typeface="Times New Roman" panose="02020603050405020304" pitchFamily="18" charset="0"/>
              </a:rPr>
            </a:br>
            <a:br>
              <a:rPr lang="en-US" sz="1500">
                <a:latin typeface="Times New Roman" panose="02020603050405020304" pitchFamily="18" charset="0"/>
                <a:cs typeface="Times New Roman" panose="02020603050405020304" pitchFamily="18" charset="0"/>
              </a:rPr>
            </a:br>
            <a:br>
              <a:rPr lang="en-US" sz="1500">
                <a:latin typeface="Times New Roman" panose="02020603050405020304" pitchFamily="18" charset="0"/>
                <a:cs typeface="Times New Roman" panose="02020603050405020304" pitchFamily="18" charset="0"/>
              </a:rPr>
            </a:br>
            <a:br>
              <a:rPr lang="en-US" sz="1500">
                <a:latin typeface="Times New Roman" panose="02020603050405020304" pitchFamily="18" charset="0"/>
                <a:cs typeface="Times New Roman" panose="02020603050405020304" pitchFamily="18" charset="0"/>
              </a:rPr>
            </a:br>
            <a:endParaRPr lang="en-US" sz="1500">
              <a:latin typeface="Times New Roman" panose="02020603050405020304" pitchFamily="18" charset="0"/>
              <a:cs typeface="Times New Roman" panose="02020603050405020304" pitchFamily="18" charset="0"/>
            </a:endParaRPr>
          </a:p>
        </p:txBody>
      </p:sp>
      <p:pic>
        <p:nvPicPr>
          <p:cNvPr id="5" name="Picture 4">
            <a:extLst>
              <a:ext uri="{FF2B5EF4-FFF2-40B4-BE49-F238E27FC236}">
                <a16:creationId xmlns:a16="http://schemas.microsoft.com/office/drawing/2014/main" id="{49C5B2A9-3279-4FA4-AFE5-78065AF5379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8649" y="1143214"/>
            <a:ext cx="5298000" cy="2998060"/>
          </a:xfrm>
          <a:prstGeom prst="rect">
            <a:avLst/>
          </a:prstGeom>
        </p:spPr>
      </p:pic>
      <p:pic>
        <p:nvPicPr>
          <p:cNvPr id="8" name="Picture 7">
            <a:extLst>
              <a:ext uri="{FF2B5EF4-FFF2-40B4-BE49-F238E27FC236}">
                <a16:creationId xmlns:a16="http://schemas.microsoft.com/office/drawing/2014/main" id="{815EFD5E-3BE9-41F9-8EEB-512DC6109B5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28649" y="4628262"/>
            <a:ext cx="4517281" cy="1751478"/>
          </a:xfrm>
          <a:prstGeom prst="rect">
            <a:avLst/>
          </a:prstGeom>
        </p:spPr>
      </p:pic>
      <p:sp>
        <p:nvSpPr>
          <p:cNvPr id="9" name="Rectangle: Rounded Corners 8">
            <a:extLst>
              <a:ext uri="{FF2B5EF4-FFF2-40B4-BE49-F238E27FC236}">
                <a16:creationId xmlns:a16="http://schemas.microsoft.com/office/drawing/2014/main" id="{135626BA-BFCE-4037-A452-2D68441C9AF4}"/>
              </a:ext>
            </a:extLst>
          </p:cNvPr>
          <p:cNvSpPr/>
          <p:nvPr/>
        </p:nvSpPr>
        <p:spPr>
          <a:xfrm>
            <a:off x="6362484" y="1992414"/>
            <a:ext cx="2165621" cy="1225115"/>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0736D300-9813-47E4-9F9D-3801A3133D9A}"/>
              </a:ext>
            </a:extLst>
          </p:cNvPr>
          <p:cNvSpPr txBox="1"/>
          <p:nvPr/>
        </p:nvSpPr>
        <p:spPr>
          <a:xfrm>
            <a:off x="6457936" y="2143306"/>
            <a:ext cx="1974715" cy="923330"/>
          </a:xfrm>
          <a:prstGeom prst="rect">
            <a:avLst/>
          </a:prstGeom>
          <a:noFill/>
        </p:spPr>
        <p:txBody>
          <a:bodyPr wrap="square" rtlCol="0">
            <a:spAutoFit/>
          </a:bodyPr>
          <a:lstStyle/>
          <a:p>
            <a:pPr algn="ctr"/>
            <a:r>
              <a:rPr lang="en-US"/>
              <a:t>Rrjeti i gypacioneve së bashku me (Labels)</a:t>
            </a:r>
          </a:p>
        </p:txBody>
      </p:sp>
      <p:sp>
        <p:nvSpPr>
          <p:cNvPr id="11" name="Arrow: Right 10">
            <a:extLst>
              <a:ext uri="{FF2B5EF4-FFF2-40B4-BE49-F238E27FC236}">
                <a16:creationId xmlns:a16="http://schemas.microsoft.com/office/drawing/2014/main" id="{13EE59B2-8FA0-4AC7-8CFD-14C07F77763A}"/>
              </a:ext>
            </a:extLst>
          </p:cNvPr>
          <p:cNvSpPr/>
          <p:nvPr/>
        </p:nvSpPr>
        <p:spPr>
          <a:xfrm>
            <a:off x="6016974" y="2473648"/>
            <a:ext cx="286277" cy="262646"/>
          </a:xfrm>
          <a:prstGeom prst="rightArrow">
            <a:avLst/>
          </a:prstGeom>
          <a:solidFill>
            <a:schemeClr val="tx1">
              <a:lumMod val="75000"/>
              <a:lumOff val="2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4933659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EE01ACF-0F1C-44AE-861E-6989968382F4}"/>
              </a:ext>
            </a:extLst>
          </p:cNvPr>
          <p:cNvSpPr>
            <a:spLocks noGrp="1"/>
          </p:cNvSpPr>
          <p:nvPr>
            <p:ph idx="1"/>
          </p:nvPr>
        </p:nvSpPr>
        <p:spPr>
          <a:xfrm>
            <a:off x="628650" y="624831"/>
            <a:ext cx="7886700" cy="6009432"/>
          </a:xfrm>
        </p:spPr>
        <p:txBody>
          <a:bodyPr>
            <a:normAutofit/>
          </a:bodyPr>
          <a:lstStyle/>
          <a:p>
            <a:pPr marL="0" indent="0">
              <a:buNone/>
            </a:pPr>
            <a:r>
              <a:rPr lang="en-US" sz="2200" b="1">
                <a:latin typeface="Times New Roman" panose="02020603050405020304" pitchFamily="18" charset="0"/>
                <a:cs typeface="Times New Roman" panose="02020603050405020304" pitchFamily="18" charset="0"/>
              </a:rPr>
              <a:t>7.</a:t>
            </a:r>
            <a:r>
              <a:rPr lang="sq-AL" sz="2200" b="1">
                <a:latin typeface="Times New Roman" panose="02020603050405020304" pitchFamily="18" charset="0"/>
                <a:cs typeface="Times New Roman" panose="02020603050405020304" pitchFamily="18" charset="0"/>
              </a:rPr>
              <a:t> </a:t>
            </a:r>
            <a:r>
              <a:rPr lang="sq-AL" sz="2200">
                <a:latin typeface="Times New Roman" panose="02020603050405020304" pitchFamily="18" charset="0"/>
                <a:cs typeface="Times New Roman" panose="02020603050405020304" pitchFamily="18" charset="0"/>
              </a:rPr>
              <a:t>Rezultatet dhe përfundimet</a:t>
            </a:r>
            <a:br>
              <a:rPr lang="en-US" sz="2000">
                <a:latin typeface="Times New Roman" panose="02020603050405020304" pitchFamily="18" charset="0"/>
                <a:cs typeface="Times New Roman" panose="02020603050405020304" pitchFamily="18" charset="0"/>
              </a:rPr>
            </a:br>
            <a:br>
              <a:rPr lang="en-US" sz="2000">
                <a:latin typeface="Times New Roman" panose="02020603050405020304" pitchFamily="18" charset="0"/>
                <a:cs typeface="Times New Roman" panose="02020603050405020304" pitchFamily="18" charset="0"/>
              </a:rPr>
            </a:br>
            <a:r>
              <a:rPr lang="en-US" sz="2000" b="1">
                <a:latin typeface="Times New Roman" panose="02020603050405020304" pitchFamily="18" charset="0"/>
                <a:cs typeface="Times New Roman" panose="02020603050405020304" pitchFamily="18" charset="0"/>
              </a:rPr>
              <a:t>Rezultatet e Punimit</a:t>
            </a:r>
          </a:p>
          <a:p>
            <a:pPr marL="0" indent="0">
              <a:buNone/>
            </a:pPr>
            <a:r>
              <a:rPr lang="en-US" sz="2000">
                <a:latin typeface="Times New Roman" panose="02020603050405020304" pitchFamily="18" charset="0"/>
                <a:cs typeface="Times New Roman" panose="02020603050405020304" pitchFamily="18" charset="0"/>
              </a:rPr>
              <a:t>Modelimi dhe paraqitja kartografike e rrjetit të ujësjellësit</a:t>
            </a:r>
          </a:p>
          <a:p>
            <a:pPr marL="0" indent="0">
              <a:buNone/>
            </a:pPr>
            <a:r>
              <a:rPr lang="en-US" sz="2000">
                <a:latin typeface="Times New Roman" panose="02020603050405020304" pitchFamily="18" charset="0"/>
                <a:cs typeface="Times New Roman" panose="02020603050405020304" pitchFamily="18" charset="0"/>
              </a:rPr>
              <a:t>Zona e studimit: </a:t>
            </a:r>
            <a:r>
              <a:rPr lang="en-US" sz="2000" b="1">
                <a:latin typeface="Times New Roman" panose="02020603050405020304" pitchFamily="18" charset="0"/>
                <a:cs typeface="Times New Roman" panose="02020603050405020304" pitchFamily="18" charset="0"/>
              </a:rPr>
              <a:t>Lagjja e Re – Ferizaj</a:t>
            </a:r>
            <a:endParaRPr lang="en-US" sz="2000">
              <a:latin typeface="Times New Roman" panose="02020603050405020304" pitchFamily="18" charset="0"/>
              <a:cs typeface="Times New Roman" panose="02020603050405020304" pitchFamily="18" charset="0"/>
            </a:endParaRPr>
          </a:p>
          <a:p>
            <a:pPr marL="0" indent="0">
              <a:buNone/>
            </a:pPr>
            <a:r>
              <a:rPr lang="en-US" sz="2000">
                <a:latin typeface="Times New Roman" panose="02020603050405020304" pitchFamily="18" charset="0"/>
                <a:cs typeface="Times New Roman" panose="02020603050405020304" pitchFamily="18" charset="0"/>
              </a:rPr>
              <a:t>Krijimi i hartave tematike funksionale dhe të modifikueshme</a:t>
            </a:r>
            <a:br>
              <a:rPr lang="en-US" sz="2000">
                <a:latin typeface="Times New Roman" panose="02020603050405020304" pitchFamily="18" charset="0"/>
                <a:cs typeface="Times New Roman" panose="02020603050405020304" pitchFamily="18" charset="0"/>
              </a:rPr>
            </a:br>
            <a:br>
              <a:rPr lang="en-US" sz="2000">
                <a:latin typeface="Times New Roman" panose="02020603050405020304" pitchFamily="18" charset="0"/>
                <a:cs typeface="Times New Roman" panose="02020603050405020304" pitchFamily="18" charset="0"/>
              </a:rPr>
            </a:br>
            <a:br>
              <a:rPr lang="en-US" sz="2000">
                <a:latin typeface="Times New Roman" panose="02020603050405020304" pitchFamily="18" charset="0"/>
                <a:cs typeface="Times New Roman" panose="02020603050405020304" pitchFamily="18" charset="0"/>
              </a:rPr>
            </a:br>
            <a:endParaRPr lang="en-US" sz="2000">
              <a:latin typeface="Times New Roman" panose="02020603050405020304" pitchFamily="18" charset="0"/>
              <a:cs typeface="Times New Roman" panose="02020603050405020304" pitchFamily="18" charset="0"/>
            </a:endParaRPr>
          </a:p>
          <a:p>
            <a:pPr marL="0" indent="0">
              <a:buNone/>
            </a:pPr>
            <a:r>
              <a:rPr lang="en-US" sz="2000" b="1">
                <a:latin typeface="Times New Roman" panose="02020603050405020304" pitchFamily="18" charset="0"/>
                <a:cs typeface="Times New Roman" panose="02020603050405020304" pitchFamily="18" charset="0"/>
              </a:rPr>
              <a:t>Hartat e realizuara:</a:t>
            </a:r>
            <a:endParaRPr lang="en-US" sz="2000">
              <a:latin typeface="Times New Roman" panose="02020603050405020304" pitchFamily="18" charset="0"/>
              <a:cs typeface="Times New Roman" panose="02020603050405020304" pitchFamily="18" charset="0"/>
            </a:endParaRPr>
          </a:p>
          <a:p>
            <a:pPr marL="0" indent="0">
              <a:buNone/>
            </a:pPr>
            <a:r>
              <a:rPr lang="en-US" sz="2000">
                <a:latin typeface="Times New Roman" panose="02020603050405020304" pitchFamily="18" charset="0"/>
                <a:cs typeface="Times New Roman" panose="02020603050405020304" pitchFamily="18" charset="0"/>
              </a:rPr>
              <a:t>Harta - Rrjeti i ujësjellësit Ferizaj (Lagjja e Re) </a:t>
            </a:r>
            <a:br>
              <a:rPr lang="en-US" sz="2000">
                <a:latin typeface="Times New Roman" panose="02020603050405020304" pitchFamily="18" charset="0"/>
                <a:cs typeface="Times New Roman" panose="02020603050405020304" pitchFamily="18" charset="0"/>
              </a:rPr>
            </a:br>
            <a:r>
              <a:rPr lang="en-US" sz="2000">
                <a:latin typeface="Times New Roman" panose="02020603050405020304" pitchFamily="18" charset="0"/>
                <a:cs typeface="Times New Roman" panose="02020603050405020304" pitchFamily="18" charset="0"/>
              </a:rPr>
              <a:t>Harta e borgjeve </a:t>
            </a:r>
            <a:br>
              <a:rPr lang="en-US" sz="2000">
                <a:latin typeface="Times New Roman" panose="02020603050405020304" pitchFamily="18" charset="0"/>
                <a:cs typeface="Times New Roman" panose="02020603050405020304" pitchFamily="18" charset="0"/>
              </a:rPr>
            </a:br>
            <a:r>
              <a:rPr lang="en-US" sz="2000">
                <a:latin typeface="Times New Roman" panose="02020603050405020304" pitchFamily="18" charset="0"/>
                <a:cs typeface="Times New Roman" panose="02020603050405020304" pitchFamily="18" charset="0"/>
              </a:rPr>
              <a:t>Harta e humbjeve </a:t>
            </a:r>
            <a:br>
              <a:rPr lang="en-US" sz="2000">
                <a:latin typeface="Times New Roman" panose="02020603050405020304" pitchFamily="18" charset="0"/>
                <a:cs typeface="Times New Roman" panose="02020603050405020304" pitchFamily="18" charset="0"/>
              </a:rPr>
            </a:br>
            <a:r>
              <a:rPr lang="en-US" sz="2000">
                <a:latin typeface="Times New Roman" panose="02020603050405020304" pitchFamily="18" charset="0"/>
                <a:cs typeface="Times New Roman" panose="02020603050405020304" pitchFamily="18" charset="0"/>
              </a:rPr>
              <a:t>Harta e përdorimit</a:t>
            </a:r>
          </a:p>
        </p:txBody>
      </p:sp>
      <p:sp>
        <p:nvSpPr>
          <p:cNvPr id="4" name="Title 1">
            <a:extLst>
              <a:ext uri="{FF2B5EF4-FFF2-40B4-BE49-F238E27FC236}">
                <a16:creationId xmlns:a16="http://schemas.microsoft.com/office/drawing/2014/main" id="{8CE55D54-9BB2-452F-AEFF-EEB5356276CC}"/>
              </a:ext>
            </a:extLst>
          </p:cNvPr>
          <p:cNvSpPr>
            <a:spLocks noGrp="1"/>
          </p:cNvSpPr>
          <p:nvPr>
            <p:ph type="title"/>
          </p:nvPr>
        </p:nvSpPr>
        <p:spPr>
          <a:xfrm>
            <a:off x="628649" y="172834"/>
            <a:ext cx="2532839" cy="451997"/>
          </a:xfrm>
        </p:spPr>
        <p:txBody>
          <a:bodyPr>
            <a:normAutofit/>
          </a:bodyPr>
          <a:lstStyle/>
          <a:p>
            <a:r>
              <a:rPr lang="en-US" sz="2500" b="1" i="1" u="sng">
                <a:latin typeface="Times New Roman" panose="02020603050405020304" pitchFamily="18" charset="0"/>
                <a:cs typeface="Times New Roman" panose="02020603050405020304" pitchFamily="18" charset="0"/>
              </a:rPr>
              <a:t>Pjesa e katërt</a:t>
            </a:r>
            <a:endParaRPr lang="en-US" sz="2500"/>
          </a:p>
        </p:txBody>
      </p:sp>
    </p:spTree>
    <p:extLst>
      <p:ext uri="{BB962C8B-B14F-4D97-AF65-F5344CB8AC3E}">
        <p14:creationId xmlns:p14="http://schemas.microsoft.com/office/powerpoint/2010/main" val="314085859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6" name="Chart 15">
            <a:extLst>
              <a:ext uri="{FF2B5EF4-FFF2-40B4-BE49-F238E27FC236}">
                <a16:creationId xmlns:a16="http://schemas.microsoft.com/office/drawing/2014/main" id="{95A08BF2-1F0D-4EB7-864E-430EE797E20E}"/>
              </a:ext>
            </a:extLst>
          </p:cNvPr>
          <p:cNvGraphicFramePr/>
          <p:nvPr>
            <p:extLst>
              <p:ext uri="{D42A27DB-BD31-4B8C-83A1-F6EECF244321}">
                <p14:modId xmlns:p14="http://schemas.microsoft.com/office/powerpoint/2010/main" val="1897040598"/>
              </p:ext>
            </p:extLst>
          </p:nvPr>
        </p:nvGraphicFramePr>
        <p:xfrm>
          <a:off x="4348264" y="3429000"/>
          <a:ext cx="4299625" cy="2828078"/>
        </p:xfrm>
        <a:graphic>
          <a:graphicData uri="http://schemas.openxmlformats.org/drawingml/2006/chart">
            <c:chart xmlns:c="http://schemas.openxmlformats.org/drawingml/2006/chart" xmlns:r="http://schemas.openxmlformats.org/officeDocument/2006/relationships" r:id="rId2"/>
          </a:graphicData>
        </a:graphic>
      </p:graphicFrame>
      <p:sp>
        <p:nvSpPr>
          <p:cNvPr id="3" name="Content Placeholder 2">
            <a:extLst>
              <a:ext uri="{FF2B5EF4-FFF2-40B4-BE49-F238E27FC236}">
                <a16:creationId xmlns:a16="http://schemas.microsoft.com/office/drawing/2014/main" id="{D7921FAE-89A4-4CA0-ACC5-F0384714044B}"/>
              </a:ext>
            </a:extLst>
          </p:cNvPr>
          <p:cNvSpPr>
            <a:spLocks noGrp="1"/>
          </p:cNvSpPr>
          <p:nvPr>
            <p:ph idx="1"/>
          </p:nvPr>
        </p:nvSpPr>
        <p:spPr>
          <a:xfrm>
            <a:off x="628650" y="376203"/>
            <a:ext cx="7886700" cy="6102417"/>
          </a:xfrm>
        </p:spPr>
        <p:txBody>
          <a:bodyPr>
            <a:normAutofit/>
          </a:bodyPr>
          <a:lstStyle/>
          <a:p>
            <a:pPr marL="0" indent="0">
              <a:buNone/>
            </a:pPr>
            <a:r>
              <a:rPr lang="en-US" sz="2200" b="1">
                <a:latin typeface="Times New Roman" panose="02020603050405020304" pitchFamily="18" charset="0"/>
                <a:cs typeface="Times New Roman" panose="02020603050405020304" pitchFamily="18" charset="0"/>
              </a:rPr>
              <a:t>Rrjeti i modeluar përfshin:</a:t>
            </a:r>
            <a:endParaRPr lang="en-US" sz="2200">
              <a:latin typeface="Times New Roman" panose="02020603050405020304" pitchFamily="18" charset="0"/>
              <a:cs typeface="Times New Roman" panose="02020603050405020304" pitchFamily="18" charset="0"/>
            </a:endParaRPr>
          </a:p>
          <a:p>
            <a:pPr marL="0" indent="0">
              <a:buNone/>
            </a:pPr>
            <a:r>
              <a:rPr lang="en-US" sz="1800">
                <a:latin typeface="Times New Roman" panose="02020603050405020304" pitchFamily="18" charset="0"/>
                <a:cs typeface="Times New Roman" panose="02020603050405020304" pitchFamily="18" charset="0"/>
              </a:rPr>
              <a:t>1 gyp furnizues</a:t>
            </a:r>
          </a:p>
          <a:p>
            <a:pPr marL="0" indent="0">
              <a:buNone/>
            </a:pPr>
            <a:r>
              <a:rPr lang="en-US" sz="1800">
                <a:latin typeface="Times New Roman" panose="02020603050405020304" pitchFamily="18" charset="0"/>
                <a:cs typeface="Times New Roman" panose="02020603050405020304" pitchFamily="18" charset="0"/>
              </a:rPr>
              <a:t>4 gypa shpërndarës</a:t>
            </a:r>
          </a:p>
          <a:p>
            <a:pPr marL="0" indent="0">
              <a:buNone/>
            </a:pPr>
            <a:r>
              <a:rPr lang="en-US" sz="1800">
                <a:latin typeface="Times New Roman" panose="02020603050405020304" pitchFamily="18" charset="0"/>
                <a:cs typeface="Times New Roman" panose="02020603050405020304" pitchFamily="18" charset="0"/>
              </a:rPr>
              <a:t>29 gypa lidhës</a:t>
            </a:r>
          </a:p>
          <a:p>
            <a:pPr marL="0" indent="0">
              <a:buNone/>
            </a:pPr>
            <a:r>
              <a:rPr lang="en-US" sz="1800">
                <a:latin typeface="Times New Roman" panose="02020603050405020304" pitchFamily="18" charset="0"/>
                <a:cs typeface="Times New Roman" panose="02020603050405020304" pitchFamily="18" charset="0"/>
              </a:rPr>
              <a:t>22 ndërtesa shumëkatëshe</a:t>
            </a:r>
          </a:p>
          <a:p>
            <a:pPr marL="0" indent="0">
              <a:buNone/>
            </a:pPr>
            <a:r>
              <a:rPr lang="en-US" sz="1800">
                <a:latin typeface="Times New Roman" panose="02020603050405020304" pitchFamily="18" charset="0"/>
                <a:cs typeface="Times New Roman" panose="02020603050405020304" pitchFamily="18" charset="0"/>
              </a:rPr>
              <a:t>10 shtëpi individuale</a:t>
            </a:r>
          </a:p>
          <a:p>
            <a:pPr marL="0" indent="0">
              <a:buNone/>
            </a:pPr>
            <a:r>
              <a:rPr lang="en-US" sz="1800">
                <a:latin typeface="Times New Roman" panose="02020603050405020304" pitchFamily="18" charset="0"/>
                <a:cs typeface="Times New Roman" panose="02020603050405020304" pitchFamily="18" charset="0"/>
              </a:rPr>
              <a:t>300 njësi banesore dhe afariste</a:t>
            </a:r>
            <a:br>
              <a:rPr lang="en-US" sz="1800">
                <a:latin typeface="Times New Roman" panose="02020603050405020304" pitchFamily="18" charset="0"/>
                <a:cs typeface="Times New Roman" panose="02020603050405020304" pitchFamily="18" charset="0"/>
              </a:rPr>
            </a:br>
            <a:br>
              <a:rPr lang="en-US" sz="1800">
                <a:latin typeface="Times New Roman" panose="02020603050405020304" pitchFamily="18" charset="0"/>
                <a:cs typeface="Times New Roman" panose="02020603050405020304" pitchFamily="18" charset="0"/>
              </a:rPr>
            </a:br>
            <a:endParaRPr lang="en-US" sz="1800">
              <a:latin typeface="Times New Roman" panose="02020603050405020304" pitchFamily="18" charset="0"/>
              <a:cs typeface="Times New Roman" panose="02020603050405020304" pitchFamily="18" charset="0"/>
            </a:endParaRPr>
          </a:p>
          <a:p>
            <a:pPr marL="0" indent="0">
              <a:buNone/>
            </a:pPr>
            <a:r>
              <a:rPr lang="en-US" sz="2200" b="1">
                <a:latin typeface="Times New Roman" panose="02020603050405020304" pitchFamily="18" charset="0"/>
                <a:cs typeface="Times New Roman" panose="02020603050405020304" pitchFamily="18" charset="0"/>
              </a:rPr>
              <a:t>Ujëmatësit:</a:t>
            </a:r>
            <a:endParaRPr lang="en-US" sz="2200">
              <a:latin typeface="Times New Roman" panose="02020603050405020304" pitchFamily="18" charset="0"/>
              <a:cs typeface="Times New Roman" panose="02020603050405020304" pitchFamily="18" charset="0"/>
            </a:endParaRPr>
          </a:p>
          <a:p>
            <a:pPr marL="0" indent="0">
              <a:buNone/>
            </a:pPr>
            <a:r>
              <a:rPr lang="en-US" sz="1800">
                <a:latin typeface="Times New Roman" panose="02020603050405020304" pitchFamily="18" charset="0"/>
                <a:cs typeface="Times New Roman" panose="02020603050405020304" pitchFamily="18" charset="0"/>
              </a:rPr>
              <a:t>4 ujëmatës zonalë </a:t>
            </a:r>
          </a:p>
          <a:p>
            <a:pPr marL="0" indent="0">
              <a:buNone/>
            </a:pPr>
            <a:r>
              <a:rPr lang="en-US" sz="1800">
                <a:latin typeface="Times New Roman" panose="02020603050405020304" pitchFamily="18" charset="0"/>
                <a:cs typeface="Times New Roman" panose="02020603050405020304" pitchFamily="18" charset="0"/>
              </a:rPr>
              <a:t>22 ujëmatës kolektivë</a:t>
            </a:r>
          </a:p>
          <a:p>
            <a:pPr marL="0" indent="0">
              <a:buNone/>
            </a:pPr>
            <a:r>
              <a:rPr lang="en-US" sz="1800">
                <a:latin typeface="Times New Roman" panose="02020603050405020304" pitchFamily="18" charset="0"/>
                <a:cs typeface="Times New Roman" panose="02020603050405020304" pitchFamily="18" charset="0"/>
              </a:rPr>
              <a:t>189 ujëmatës individualë (me ID unik)</a:t>
            </a:r>
          </a:p>
          <a:p>
            <a:pPr marL="0" indent="0">
              <a:buNone/>
            </a:pPr>
            <a:r>
              <a:rPr lang="en-US" sz="1800">
                <a:latin typeface="Times New Roman" panose="02020603050405020304" pitchFamily="18" charset="0"/>
                <a:cs typeface="Times New Roman" panose="02020603050405020304" pitchFamily="18" charset="0"/>
              </a:rPr>
              <a:t>Të dhënat për borgjet dhe humbjet janë</a:t>
            </a:r>
            <a:br>
              <a:rPr lang="en-US" sz="1800">
                <a:latin typeface="Times New Roman" panose="02020603050405020304" pitchFamily="18" charset="0"/>
                <a:cs typeface="Times New Roman" panose="02020603050405020304" pitchFamily="18" charset="0"/>
              </a:rPr>
            </a:br>
            <a:r>
              <a:rPr lang="en-US" sz="1800">
                <a:latin typeface="Times New Roman" panose="02020603050405020304" pitchFamily="18" charset="0"/>
                <a:cs typeface="Times New Roman" panose="02020603050405020304" pitchFamily="18" charset="0"/>
              </a:rPr>
              <a:t> demonstrative (jo reale), të paraqitura në m³.</a:t>
            </a:r>
          </a:p>
          <a:p>
            <a:pPr marL="0" indent="0">
              <a:buNone/>
            </a:pPr>
            <a:endParaRPr lang="en-US"/>
          </a:p>
        </p:txBody>
      </p:sp>
      <p:pic>
        <p:nvPicPr>
          <p:cNvPr id="20" name="Picture 19">
            <a:extLst>
              <a:ext uri="{FF2B5EF4-FFF2-40B4-BE49-F238E27FC236}">
                <a16:creationId xmlns:a16="http://schemas.microsoft.com/office/drawing/2014/main" id="{DF64084E-DE81-4567-BF00-372AE44AA81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350471" y="599333"/>
            <a:ext cx="4164879" cy="2828078"/>
          </a:xfrm>
          <a:prstGeom prst="rect">
            <a:avLst/>
          </a:prstGeom>
          <a:noFill/>
          <a:effectLst>
            <a:glow rad="63500">
              <a:schemeClr val="tx1">
                <a:lumMod val="95000"/>
                <a:lumOff val="5000"/>
                <a:alpha val="40000"/>
              </a:schemeClr>
            </a:glow>
          </a:effectLst>
        </p:spPr>
      </p:pic>
    </p:spTree>
    <p:extLst>
      <p:ext uri="{BB962C8B-B14F-4D97-AF65-F5344CB8AC3E}">
        <p14:creationId xmlns:p14="http://schemas.microsoft.com/office/powerpoint/2010/main" val="415353162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EAE5F2-DA7D-415F-B0F2-EB6FF1CF168E}"/>
              </a:ext>
            </a:extLst>
          </p:cNvPr>
          <p:cNvSpPr>
            <a:spLocks noGrp="1"/>
          </p:cNvSpPr>
          <p:nvPr>
            <p:ph type="title"/>
          </p:nvPr>
        </p:nvSpPr>
        <p:spPr>
          <a:xfrm>
            <a:off x="609194" y="141389"/>
            <a:ext cx="3573699" cy="364449"/>
          </a:xfrm>
        </p:spPr>
        <p:txBody>
          <a:bodyPr>
            <a:noAutofit/>
          </a:bodyPr>
          <a:lstStyle/>
          <a:p>
            <a:r>
              <a:rPr lang="en-US" sz="2500">
                <a:latin typeface="Times New Roman" panose="02020603050405020304" pitchFamily="18" charset="0"/>
                <a:cs typeface="Times New Roman" panose="02020603050405020304" pitchFamily="18" charset="0"/>
              </a:rPr>
              <a:t>8. Shtojcat - Hartat</a:t>
            </a:r>
          </a:p>
        </p:txBody>
      </p:sp>
      <p:sp>
        <p:nvSpPr>
          <p:cNvPr id="3" name="Content Placeholder 2">
            <a:extLst>
              <a:ext uri="{FF2B5EF4-FFF2-40B4-BE49-F238E27FC236}">
                <a16:creationId xmlns:a16="http://schemas.microsoft.com/office/drawing/2014/main" id="{CAADB5FD-F460-4910-BC02-6A73D62D7BFC}"/>
              </a:ext>
            </a:extLst>
          </p:cNvPr>
          <p:cNvSpPr>
            <a:spLocks noGrp="1"/>
          </p:cNvSpPr>
          <p:nvPr>
            <p:ph idx="1"/>
          </p:nvPr>
        </p:nvSpPr>
        <p:spPr>
          <a:xfrm>
            <a:off x="278455" y="603115"/>
            <a:ext cx="8349979" cy="5846323"/>
          </a:xfrm>
        </p:spPr>
        <p:txBody>
          <a:bodyPr>
            <a:normAutofit fontScale="70000" lnSpcReduction="20000"/>
          </a:bodyPr>
          <a:lstStyle/>
          <a:p>
            <a:pPr marL="0" indent="0">
              <a:buNone/>
            </a:pPr>
            <a:r>
              <a:rPr lang="en-US" sz="2100">
                <a:latin typeface="Times New Roman" panose="02020603050405020304" pitchFamily="18" charset="0"/>
                <a:cs typeface="Times New Roman" panose="02020603050405020304" pitchFamily="18" charset="0"/>
              </a:rPr>
              <a:t>Klasifikimet për Hartat Tematike</a:t>
            </a:r>
          </a:p>
          <a:p>
            <a:pPr marL="0" indent="0">
              <a:lnSpc>
                <a:spcPct val="120000"/>
              </a:lnSpc>
              <a:buNone/>
            </a:pPr>
            <a:r>
              <a:rPr lang="en-US" sz="2100">
                <a:latin typeface="Times New Roman" panose="02020603050405020304" pitchFamily="18" charset="0"/>
                <a:cs typeface="Times New Roman" panose="02020603050405020304" pitchFamily="18" charset="0"/>
              </a:rPr>
              <a:t>Pas krijimit të hartës bazë, janë zhvilluar 3 harta tematike përmes klasifikimit të të dhënave atributive të ujëmatësve:</a:t>
            </a:r>
            <a:br>
              <a:rPr lang="en-US" sz="2100">
                <a:latin typeface="Times New Roman" panose="02020603050405020304" pitchFamily="18" charset="0"/>
                <a:cs typeface="Times New Roman" panose="02020603050405020304" pitchFamily="18" charset="0"/>
              </a:rPr>
            </a:br>
            <a:br>
              <a:rPr lang="en-US" sz="2100">
                <a:latin typeface="Times New Roman" panose="02020603050405020304" pitchFamily="18" charset="0"/>
                <a:cs typeface="Times New Roman" panose="02020603050405020304" pitchFamily="18" charset="0"/>
              </a:rPr>
            </a:br>
            <a:r>
              <a:rPr lang="en-US" sz="2100" b="1">
                <a:latin typeface="Times New Roman" panose="02020603050405020304" pitchFamily="18" charset="0"/>
                <a:cs typeface="Times New Roman" panose="02020603050405020304" pitchFamily="18" charset="0"/>
              </a:rPr>
              <a:t>🔹</a:t>
            </a:r>
            <a:r>
              <a:rPr lang="en-US" sz="2100">
                <a:latin typeface="Times New Roman" panose="02020603050405020304" pitchFamily="18" charset="0"/>
                <a:cs typeface="Times New Roman" panose="02020603050405020304" pitchFamily="18" charset="0"/>
              </a:rPr>
              <a:t> </a:t>
            </a:r>
            <a:r>
              <a:rPr lang="en-US" sz="2100" b="1">
                <a:latin typeface="Times New Roman" panose="02020603050405020304" pitchFamily="18" charset="0"/>
                <a:cs typeface="Times New Roman" panose="02020603050405020304" pitchFamily="18" charset="0"/>
              </a:rPr>
              <a:t>1. Harta e Borgjeve </a:t>
            </a:r>
            <a:br>
              <a:rPr lang="en-US" sz="2100">
                <a:latin typeface="Times New Roman" panose="02020603050405020304" pitchFamily="18" charset="0"/>
                <a:cs typeface="Times New Roman" panose="02020603050405020304" pitchFamily="18" charset="0"/>
              </a:rPr>
            </a:br>
            <a:r>
              <a:rPr lang="en-US" sz="2100">
                <a:latin typeface="Times New Roman" panose="02020603050405020304" pitchFamily="18" charset="0"/>
                <a:cs typeface="Times New Roman" panose="02020603050405020304" pitchFamily="18" charset="0"/>
              </a:rPr>
              <a:t>Klasifikim sipas nivelit të borxhit:</a:t>
            </a:r>
            <a:br>
              <a:rPr lang="en-US" sz="2100">
                <a:latin typeface="Times New Roman" panose="02020603050405020304" pitchFamily="18" charset="0"/>
                <a:cs typeface="Times New Roman" panose="02020603050405020304" pitchFamily="18" charset="0"/>
              </a:rPr>
            </a:br>
            <a:r>
              <a:rPr lang="en-US" sz="2100">
                <a:latin typeface="Times New Roman" panose="02020603050405020304" pitchFamily="18" charset="0"/>
                <a:cs typeface="Times New Roman" panose="02020603050405020304" pitchFamily="18" charset="0"/>
              </a:rPr>
              <a:t>20€ - 50€ → ngjyrë e kaltër &lt; 20€ → ngjyrë e gjelbër dhe &gt; 100.</a:t>
            </a:r>
            <a:br>
              <a:rPr lang="en-US" sz="2100">
                <a:latin typeface="Times New Roman" panose="02020603050405020304" pitchFamily="18" charset="0"/>
                <a:cs typeface="Times New Roman" panose="02020603050405020304" pitchFamily="18" charset="0"/>
              </a:rPr>
            </a:br>
            <a:r>
              <a:rPr lang="en-US" sz="2100">
                <a:latin typeface="Times New Roman" panose="02020603050405020304" pitchFamily="18" charset="0"/>
                <a:cs typeface="Times New Roman" panose="02020603050405020304" pitchFamily="18" charset="0"/>
              </a:rPr>
              <a:t> Paraqitje e konsumatorëve sipas shtresave të detyrimeve</a:t>
            </a:r>
            <a:br>
              <a:rPr lang="en-US" sz="2100">
                <a:latin typeface="Times New Roman" panose="02020603050405020304" pitchFamily="18" charset="0"/>
                <a:cs typeface="Times New Roman" panose="02020603050405020304" pitchFamily="18" charset="0"/>
              </a:rPr>
            </a:br>
            <a:br>
              <a:rPr lang="en-US" sz="2100">
                <a:latin typeface="Times New Roman" panose="02020603050405020304" pitchFamily="18" charset="0"/>
                <a:cs typeface="Times New Roman" panose="02020603050405020304" pitchFamily="18" charset="0"/>
              </a:rPr>
            </a:br>
            <a:br>
              <a:rPr lang="en-US" sz="2100">
                <a:latin typeface="Times New Roman" panose="02020603050405020304" pitchFamily="18" charset="0"/>
                <a:cs typeface="Times New Roman" panose="02020603050405020304" pitchFamily="18" charset="0"/>
              </a:rPr>
            </a:br>
            <a:r>
              <a:rPr lang="en-US" sz="2100" b="1">
                <a:latin typeface="Times New Roman" panose="02020603050405020304" pitchFamily="18" charset="0"/>
                <a:cs typeface="Times New Roman" panose="02020603050405020304" pitchFamily="18" charset="0"/>
              </a:rPr>
              <a:t>🔹 2. Harta e Humbjeve</a:t>
            </a:r>
          </a:p>
          <a:p>
            <a:pPr marL="0" indent="0">
              <a:buNone/>
            </a:pPr>
            <a:r>
              <a:rPr lang="en-US" sz="2100">
                <a:latin typeface="Times New Roman" panose="02020603050405020304" pitchFamily="18" charset="0"/>
                <a:cs typeface="Times New Roman" panose="02020603050405020304" pitchFamily="18" charset="0"/>
              </a:rPr>
              <a:t>Bazuar në: sasia e matur, e inkasuar dhe e humbur (m³).</a:t>
            </a:r>
          </a:p>
          <a:p>
            <a:pPr marL="0" indent="0">
              <a:buNone/>
            </a:pPr>
            <a:r>
              <a:rPr lang="en-US" sz="2100">
                <a:latin typeface="Times New Roman" panose="02020603050405020304" pitchFamily="18" charset="0"/>
                <a:cs typeface="Times New Roman" panose="02020603050405020304" pitchFamily="18" charset="0"/>
              </a:rPr>
              <a:t>Përfshin ujëmatës zonalë dhe kolektivë.</a:t>
            </a:r>
          </a:p>
          <a:p>
            <a:pPr marL="0" indent="0">
              <a:buNone/>
            </a:pPr>
            <a:r>
              <a:rPr lang="en-US" sz="2100">
                <a:latin typeface="Times New Roman" panose="02020603050405020304" pitchFamily="18" charset="0"/>
                <a:cs typeface="Times New Roman" panose="02020603050405020304" pitchFamily="18" charset="0"/>
              </a:rPr>
              <a:t>3 filtra klasifikimi sipas nivelit të humbjeve.</a:t>
            </a:r>
          </a:p>
          <a:p>
            <a:pPr marL="0" indent="0">
              <a:buNone/>
            </a:pPr>
            <a:r>
              <a:rPr lang="en-US" sz="2100">
                <a:latin typeface="Times New Roman" panose="02020603050405020304" pitchFamily="18" charset="0"/>
                <a:cs typeface="Times New Roman" panose="02020603050405020304" pitchFamily="18" charset="0"/>
              </a:rPr>
              <a:t>Diferencim përmes simbolikës dhe ngjyrave në legjendë.</a:t>
            </a:r>
            <a:br>
              <a:rPr lang="en-US" sz="2100">
                <a:latin typeface="Times New Roman" panose="02020603050405020304" pitchFamily="18" charset="0"/>
                <a:cs typeface="Times New Roman" panose="02020603050405020304" pitchFamily="18" charset="0"/>
              </a:rPr>
            </a:br>
            <a:br>
              <a:rPr lang="en-US" sz="2100">
                <a:latin typeface="Times New Roman" panose="02020603050405020304" pitchFamily="18" charset="0"/>
                <a:cs typeface="Times New Roman" panose="02020603050405020304" pitchFamily="18" charset="0"/>
              </a:rPr>
            </a:br>
            <a:br>
              <a:rPr lang="en-US" sz="2100">
                <a:latin typeface="Times New Roman" panose="02020603050405020304" pitchFamily="18" charset="0"/>
                <a:cs typeface="Times New Roman" panose="02020603050405020304" pitchFamily="18" charset="0"/>
              </a:rPr>
            </a:br>
            <a:r>
              <a:rPr lang="en-US" sz="2100" b="1">
                <a:latin typeface="Times New Roman" panose="02020603050405020304" pitchFamily="18" charset="0"/>
                <a:cs typeface="Times New Roman" panose="02020603050405020304" pitchFamily="18" charset="0"/>
              </a:rPr>
              <a:t>🔹 3. Harta e Përdorimit</a:t>
            </a:r>
          </a:p>
          <a:p>
            <a:pPr marL="0" indent="0">
              <a:buNone/>
            </a:pPr>
            <a:r>
              <a:rPr lang="en-US" sz="2100">
                <a:latin typeface="Times New Roman" panose="02020603050405020304" pitchFamily="18" charset="0"/>
                <a:cs typeface="Times New Roman" panose="02020603050405020304" pitchFamily="18" charset="0"/>
              </a:rPr>
              <a:t>Klasifikim i objekteve sipas funksionit</a:t>
            </a:r>
          </a:p>
          <a:p>
            <a:pPr marL="457200" lvl="1" indent="0">
              <a:buNone/>
            </a:pPr>
            <a:r>
              <a:rPr lang="en-US" sz="2100">
                <a:latin typeface="Times New Roman" panose="02020603050405020304" pitchFamily="18" charset="0"/>
                <a:cs typeface="Times New Roman" panose="02020603050405020304" pitchFamily="18" charset="0"/>
              </a:rPr>
              <a:t>Njësi afariste</a:t>
            </a:r>
          </a:p>
          <a:p>
            <a:pPr marL="457200" lvl="1" indent="0">
              <a:buNone/>
            </a:pPr>
            <a:r>
              <a:rPr lang="en-US" sz="2100">
                <a:latin typeface="Times New Roman" panose="02020603050405020304" pitchFamily="18" charset="0"/>
                <a:cs typeface="Times New Roman" panose="02020603050405020304" pitchFamily="18" charset="0"/>
              </a:rPr>
              <a:t>Njësi banimi (amvisëri)</a:t>
            </a:r>
          </a:p>
          <a:p>
            <a:pPr marL="0" indent="0">
              <a:buNone/>
            </a:pPr>
            <a:r>
              <a:rPr lang="en-US" sz="2100">
                <a:latin typeface="Times New Roman" panose="02020603050405020304" pitchFamily="18" charset="0"/>
                <a:cs typeface="Times New Roman" panose="02020603050405020304" pitchFamily="18" charset="0"/>
              </a:rPr>
              <a:t>Paraqitje numerike e objekteve dhe njësive</a:t>
            </a:r>
          </a:p>
          <a:p>
            <a:pPr marL="0" indent="0">
              <a:buNone/>
            </a:pPr>
            <a:r>
              <a:rPr lang="en-US" sz="2100">
                <a:latin typeface="Times New Roman" panose="02020603050405020304" pitchFamily="18" charset="0"/>
                <a:cs typeface="Times New Roman" panose="02020603050405020304" pitchFamily="18" charset="0"/>
              </a:rPr>
              <a:t>Diferencim i ujëmatësve individual sipas llojit të shfrytëzimit.</a:t>
            </a:r>
          </a:p>
          <a:p>
            <a:pPr marL="0" indent="0">
              <a:buNone/>
            </a:pPr>
            <a:endParaRPr lang="en-US" sz="1800">
              <a:latin typeface="Times New Roman" panose="02020603050405020304" pitchFamily="18" charset="0"/>
              <a:cs typeface="Times New Roman" panose="02020603050405020304" pitchFamily="18" charset="0"/>
            </a:endParaRPr>
          </a:p>
          <a:p>
            <a:pPr marL="0" indent="0">
              <a:buNone/>
            </a:pPr>
            <a:endParaRPr lang="en-US" sz="2000"/>
          </a:p>
        </p:txBody>
      </p:sp>
      <p:pic>
        <p:nvPicPr>
          <p:cNvPr id="17" name="Picture 16">
            <a:extLst>
              <a:ext uri="{FF2B5EF4-FFF2-40B4-BE49-F238E27FC236}">
                <a16:creationId xmlns:a16="http://schemas.microsoft.com/office/drawing/2014/main" id="{108EDE50-D2D6-4B01-BC85-AE82681892C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379268" y="1488332"/>
            <a:ext cx="3328327" cy="1211093"/>
          </a:xfrm>
          <a:prstGeom prst="rect">
            <a:avLst/>
          </a:prstGeom>
        </p:spPr>
      </p:pic>
      <p:pic>
        <p:nvPicPr>
          <p:cNvPr id="19" name="Picture 18">
            <a:extLst>
              <a:ext uri="{FF2B5EF4-FFF2-40B4-BE49-F238E27FC236}">
                <a16:creationId xmlns:a16="http://schemas.microsoft.com/office/drawing/2014/main" id="{DFCE6A19-6BFA-466D-927F-1209AD3C477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805464" y="3307405"/>
            <a:ext cx="3902131" cy="1021404"/>
          </a:xfrm>
          <a:prstGeom prst="rect">
            <a:avLst/>
          </a:prstGeom>
        </p:spPr>
      </p:pic>
      <p:pic>
        <p:nvPicPr>
          <p:cNvPr id="21" name="Picture 20">
            <a:extLst>
              <a:ext uri="{FF2B5EF4-FFF2-40B4-BE49-F238E27FC236}">
                <a16:creationId xmlns:a16="http://schemas.microsoft.com/office/drawing/2014/main" id="{F6D99AF5-1405-4056-9CAF-67BDCB4BCF6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379267" y="4939874"/>
            <a:ext cx="3328327" cy="1243428"/>
          </a:xfrm>
          <a:prstGeom prst="rect">
            <a:avLst/>
          </a:prstGeom>
        </p:spPr>
      </p:pic>
    </p:spTree>
    <p:extLst>
      <p:ext uri="{BB962C8B-B14F-4D97-AF65-F5344CB8AC3E}">
        <p14:creationId xmlns:p14="http://schemas.microsoft.com/office/powerpoint/2010/main" val="9901515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Object 3">
            <a:extLst>
              <a:ext uri="{FF2B5EF4-FFF2-40B4-BE49-F238E27FC236}">
                <a16:creationId xmlns:a16="http://schemas.microsoft.com/office/drawing/2014/main" id="{97546D1A-B62C-4024-A964-0DCE9F77AFFD}"/>
              </a:ext>
            </a:extLst>
          </p:cNvPr>
          <p:cNvGraphicFramePr>
            <a:graphicFrameLocks noChangeAspect="1"/>
          </p:cNvGraphicFramePr>
          <p:nvPr>
            <p:extLst>
              <p:ext uri="{D42A27DB-BD31-4B8C-83A1-F6EECF244321}">
                <p14:modId xmlns:p14="http://schemas.microsoft.com/office/powerpoint/2010/main" val="378684803"/>
              </p:ext>
            </p:extLst>
          </p:nvPr>
        </p:nvGraphicFramePr>
        <p:xfrm>
          <a:off x="533229" y="857252"/>
          <a:ext cx="8077544" cy="5146279"/>
        </p:xfrm>
        <a:graphic>
          <a:graphicData uri="http://schemas.openxmlformats.org/presentationml/2006/ole">
            <mc:AlternateContent xmlns:mc="http://schemas.openxmlformats.org/markup-compatibility/2006">
              <mc:Choice xmlns:v="urn:schemas-microsoft-com:vml" Requires="v">
                <p:oleObj spid="_x0000_s2099" name="Acrobat Document" r:id="rId3" imgW="27728861" imgH="17663097" progId="Acrobat.Document.DC">
                  <p:embed/>
                </p:oleObj>
              </mc:Choice>
              <mc:Fallback>
                <p:oleObj name="Acrobat Document" r:id="rId3" imgW="27728861" imgH="17663097" progId="Acrobat.Document.DC">
                  <p:embed/>
                  <p:pic>
                    <p:nvPicPr>
                      <p:cNvPr id="0" name=""/>
                      <p:cNvPicPr/>
                      <p:nvPr/>
                    </p:nvPicPr>
                    <p:blipFill>
                      <a:blip r:embed="rId4"/>
                      <a:stretch>
                        <a:fillRect/>
                      </a:stretch>
                    </p:blipFill>
                    <p:spPr>
                      <a:xfrm>
                        <a:off x="533229" y="857252"/>
                        <a:ext cx="8077544" cy="5146279"/>
                      </a:xfrm>
                      <a:prstGeom prst="rect">
                        <a:avLst/>
                      </a:prstGeom>
                    </p:spPr>
                  </p:pic>
                </p:oleObj>
              </mc:Fallback>
            </mc:AlternateContent>
          </a:graphicData>
        </a:graphic>
      </p:graphicFrame>
    </p:spTree>
    <p:extLst>
      <p:ext uri="{BB962C8B-B14F-4D97-AF65-F5344CB8AC3E}">
        <p14:creationId xmlns:p14="http://schemas.microsoft.com/office/powerpoint/2010/main" val="326249028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46E8757D-C3E2-4FBC-9498-A04C22DE5AE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2" name="Title 1">
            <a:extLst>
              <a:ext uri="{FF2B5EF4-FFF2-40B4-BE49-F238E27FC236}">
                <a16:creationId xmlns:a16="http://schemas.microsoft.com/office/drawing/2014/main" id="{59487865-15CB-4CFF-AED7-D4C43AD69B44}"/>
              </a:ext>
            </a:extLst>
          </p:cNvPr>
          <p:cNvSpPr>
            <a:spLocks noGrp="1"/>
          </p:cNvSpPr>
          <p:nvPr>
            <p:ph type="title"/>
          </p:nvPr>
        </p:nvSpPr>
        <p:spPr>
          <a:xfrm>
            <a:off x="628650" y="365126"/>
            <a:ext cx="7886700" cy="1325563"/>
          </a:xfrm>
        </p:spPr>
        <p:txBody>
          <a:bodyPr>
            <a:normAutofit fontScale="90000"/>
          </a:bodyPr>
          <a:lstStyle/>
          <a:p>
            <a:br>
              <a:rPr lang="en-US" sz="2500">
                <a:latin typeface="Arial" panose="020B0604020202020204" pitchFamily="34" charset="0"/>
                <a:cs typeface="Arial" panose="020B0604020202020204" pitchFamily="34" charset="0"/>
              </a:rPr>
            </a:br>
            <a:r>
              <a:rPr lang="en-US" sz="2500">
                <a:latin typeface="Arial" panose="020B0604020202020204" pitchFamily="34" charset="0"/>
                <a:cs typeface="Arial" panose="020B0604020202020204" pitchFamily="34" charset="0"/>
              </a:rPr>
              <a:t>     </a:t>
            </a:r>
            <a:r>
              <a:rPr lang="en-US" sz="2800">
                <a:latin typeface="Arial" panose="020B0604020202020204" pitchFamily="34" charset="0"/>
                <a:cs typeface="Arial" panose="020B0604020202020204" pitchFamily="34" charset="0"/>
              </a:rPr>
              <a:t>10. Literatura</a:t>
            </a:r>
            <a:br>
              <a:rPr lang="en-US"/>
            </a:br>
            <a:endParaRPr lang="en-US"/>
          </a:p>
        </p:txBody>
      </p:sp>
      <p:sp>
        <p:nvSpPr>
          <p:cNvPr id="3" name="Content Placeholder 2">
            <a:extLst>
              <a:ext uri="{FF2B5EF4-FFF2-40B4-BE49-F238E27FC236}">
                <a16:creationId xmlns:a16="http://schemas.microsoft.com/office/drawing/2014/main" id="{A495708B-BBF5-4DF6-AF5D-2F195DDE091C}"/>
              </a:ext>
            </a:extLst>
          </p:cNvPr>
          <p:cNvSpPr>
            <a:spLocks noGrp="1"/>
          </p:cNvSpPr>
          <p:nvPr>
            <p:ph idx="1"/>
          </p:nvPr>
        </p:nvSpPr>
        <p:spPr>
          <a:xfrm>
            <a:off x="628650" y="1253331"/>
            <a:ext cx="7886700" cy="4351338"/>
          </a:xfrm>
        </p:spPr>
        <p:txBody>
          <a:bodyPr>
            <a:normAutofit fontScale="55000" lnSpcReduction="20000"/>
          </a:bodyPr>
          <a:lstStyle/>
          <a:p>
            <a:pPr marL="0" indent="0">
              <a:buNone/>
            </a:pPr>
            <a:br>
              <a:rPr lang="en-US">
                <a:latin typeface="Times New Roman" panose="02020603050405020304" pitchFamily="18" charset="0"/>
                <a:cs typeface="Times New Roman" panose="02020603050405020304" pitchFamily="18" charset="0"/>
              </a:rPr>
            </a:br>
            <a:r>
              <a:rPr lang="en-US">
                <a:latin typeface="Times New Roman" panose="02020603050405020304" pitchFamily="18" charset="0"/>
                <a:cs typeface="Times New Roman" panose="02020603050405020304" pitchFamily="18" charset="0"/>
              </a:rPr>
              <a:t>1. </a:t>
            </a:r>
            <a:r>
              <a:rPr lang="sq-AL">
                <a:latin typeface="Times New Roman" panose="02020603050405020304" pitchFamily="18" charset="0"/>
                <a:cs typeface="Times New Roman" panose="02020603050405020304" pitchFamily="18" charset="0"/>
              </a:rPr>
              <a:t>Idrizi B. (2006) ‘Përpilimi i hartave dhe përgjithësimi hartografik’.</a:t>
            </a:r>
            <a:endParaRPr lang="en-US">
              <a:latin typeface="Times New Roman" panose="02020603050405020304" pitchFamily="18" charset="0"/>
              <a:cs typeface="Times New Roman" panose="02020603050405020304" pitchFamily="18" charset="0"/>
            </a:endParaRPr>
          </a:p>
          <a:p>
            <a:pPr marL="0" indent="0">
              <a:buNone/>
            </a:pPr>
            <a:r>
              <a:rPr lang="en-US">
                <a:latin typeface="Times New Roman" panose="02020603050405020304" pitchFamily="18" charset="0"/>
                <a:cs typeface="Times New Roman" panose="02020603050405020304" pitchFamily="18" charset="0"/>
              </a:rPr>
              <a:t>2. Menno-Jan Kraak and Allan Brown (2003) </a:t>
            </a:r>
            <a:r>
              <a:rPr lang="sq-AL">
                <a:latin typeface="Times New Roman" panose="02020603050405020304" pitchFamily="18" charset="0"/>
                <a:cs typeface="Times New Roman" panose="02020603050405020304" pitchFamily="18" charset="0"/>
              </a:rPr>
              <a:t>‘</a:t>
            </a:r>
            <a:r>
              <a:rPr lang="en-US">
                <a:latin typeface="Times New Roman" panose="02020603050405020304" pitchFamily="18" charset="0"/>
                <a:cs typeface="Times New Roman" panose="02020603050405020304" pitchFamily="18" charset="0"/>
              </a:rPr>
              <a:t>Web cartography: developments and prospects</a:t>
            </a:r>
            <a:r>
              <a:rPr lang="sq-AL">
                <a:latin typeface="Times New Roman" panose="02020603050405020304" pitchFamily="18" charset="0"/>
                <a:cs typeface="Times New Roman" panose="02020603050405020304" pitchFamily="18" charset="0"/>
              </a:rPr>
              <a:t>’</a:t>
            </a:r>
            <a:r>
              <a:rPr lang="en-US">
                <a:latin typeface="Times New Roman" panose="02020603050405020304" pitchFamily="18" charset="0"/>
                <a:cs typeface="Times New Roman" panose="02020603050405020304" pitchFamily="18" charset="0"/>
              </a:rPr>
              <a:t>.</a:t>
            </a:r>
          </a:p>
          <a:p>
            <a:pPr marL="0" indent="0">
              <a:buNone/>
            </a:pPr>
            <a:r>
              <a:rPr lang="en-US">
                <a:latin typeface="Times New Roman" panose="02020603050405020304" pitchFamily="18" charset="0"/>
                <a:cs typeface="Times New Roman" panose="02020603050405020304" pitchFamily="18" charset="0"/>
              </a:rPr>
              <a:t>3. Idrizi B (2010): </a:t>
            </a:r>
            <a:r>
              <a:rPr lang="sq-AL">
                <a:latin typeface="Times New Roman" panose="02020603050405020304" pitchFamily="18" charset="0"/>
                <a:cs typeface="Times New Roman" panose="02020603050405020304" pitchFamily="18" charset="0"/>
              </a:rPr>
              <a:t>‘</a:t>
            </a:r>
            <a:r>
              <a:rPr lang="en-US">
                <a:latin typeface="Times New Roman" panose="02020603050405020304" pitchFamily="18" charset="0"/>
                <a:cs typeface="Times New Roman" panose="02020603050405020304" pitchFamily="18" charset="0"/>
              </a:rPr>
              <a:t>Hartografia topografike</a:t>
            </a:r>
            <a:r>
              <a:rPr lang="sq-AL">
                <a:latin typeface="Times New Roman" panose="02020603050405020304" pitchFamily="18" charset="0"/>
                <a:cs typeface="Times New Roman" panose="02020603050405020304" pitchFamily="18" charset="0"/>
              </a:rPr>
              <a:t>’</a:t>
            </a:r>
            <a:r>
              <a:rPr lang="en-US">
                <a:latin typeface="Times New Roman" panose="02020603050405020304" pitchFamily="18" charset="0"/>
                <a:cs typeface="Times New Roman" panose="02020603050405020304" pitchFamily="18" charset="0"/>
              </a:rPr>
              <a:t>.</a:t>
            </a:r>
          </a:p>
          <a:p>
            <a:pPr marL="0" indent="0">
              <a:buNone/>
            </a:pPr>
            <a:r>
              <a:rPr lang="en-US">
                <a:latin typeface="Times New Roman" panose="02020603050405020304" pitchFamily="18" charset="0"/>
                <a:cs typeface="Times New Roman" panose="02020603050405020304" pitchFamily="18" charset="0"/>
              </a:rPr>
              <a:t>4. U.M. Shamsi (2005) </a:t>
            </a:r>
            <a:r>
              <a:rPr lang="sq-AL">
                <a:latin typeface="Times New Roman" panose="02020603050405020304" pitchFamily="18" charset="0"/>
                <a:cs typeface="Times New Roman" panose="02020603050405020304" pitchFamily="18" charset="0"/>
              </a:rPr>
              <a:t>‘</a:t>
            </a:r>
            <a:r>
              <a:rPr lang="en-US">
                <a:latin typeface="Times New Roman" panose="02020603050405020304" pitchFamily="18" charset="0"/>
                <a:cs typeface="Times New Roman" panose="02020603050405020304" pitchFamily="18" charset="0"/>
              </a:rPr>
              <a:t>GIS Applications for Water, Wastewater, and Stormwater Systems</a:t>
            </a:r>
            <a:r>
              <a:rPr lang="sq-AL">
                <a:latin typeface="Times New Roman" panose="02020603050405020304" pitchFamily="18" charset="0"/>
                <a:cs typeface="Times New Roman" panose="02020603050405020304" pitchFamily="18" charset="0"/>
              </a:rPr>
              <a:t>’.</a:t>
            </a:r>
            <a:endParaRPr lang="en-US">
              <a:latin typeface="Times New Roman" panose="02020603050405020304" pitchFamily="18" charset="0"/>
              <a:cs typeface="Times New Roman" panose="02020603050405020304" pitchFamily="18" charset="0"/>
            </a:endParaRPr>
          </a:p>
          <a:p>
            <a:pPr marL="0" indent="0">
              <a:buNone/>
            </a:pPr>
            <a:r>
              <a:rPr lang="en-US">
                <a:latin typeface="Times New Roman" panose="02020603050405020304" pitchFamily="18" charset="0"/>
                <a:cs typeface="Times New Roman" panose="02020603050405020304" pitchFamily="18" charset="0"/>
              </a:rPr>
              <a:t>5. Barnali Dixon &amp; Venkatesh (2016) </a:t>
            </a:r>
            <a:r>
              <a:rPr lang="sq-AL">
                <a:latin typeface="Times New Roman" panose="02020603050405020304" pitchFamily="18" charset="0"/>
                <a:cs typeface="Times New Roman" panose="02020603050405020304" pitchFamily="18" charset="0"/>
              </a:rPr>
              <a:t>‘</a:t>
            </a:r>
            <a:r>
              <a:rPr lang="en-US">
                <a:latin typeface="Times New Roman" panose="02020603050405020304" pitchFamily="18" charset="0"/>
                <a:cs typeface="Times New Roman" panose="02020603050405020304" pitchFamily="18" charset="0"/>
              </a:rPr>
              <a:t>GIS and Geocomputation for Water Resource Science and Engineering</a:t>
            </a:r>
            <a:r>
              <a:rPr lang="sq-AL">
                <a:latin typeface="Times New Roman" panose="02020603050405020304" pitchFamily="18" charset="0"/>
                <a:cs typeface="Times New Roman" panose="02020603050405020304" pitchFamily="18" charset="0"/>
              </a:rPr>
              <a:t>’ </a:t>
            </a:r>
            <a:endParaRPr lang="en-US">
              <a:latin typeface="Times New Roman" panose="02020603050405020304" pitchFamily="18" charset="0"/>
              <a:cs typeface="Times New Roman" panose="02020603050405020304" pitchFamily="18" charset="0"/>
            </a:endParaRPr>
          </a:p>
          <a:p>
            <a:pPr marL="0" indent="0">
              <a:buNone/>
            </a:pPr>
            <a:r>
              <a:rPr lang="en-US">
                <a:latin typeface="Times New Roman" panose="02020603050405020304" pitchFamily="18" charset="0"/>
                <a:cs typeface="Times New Roman" panose="02020603050405020304" pitchFamily="18" charset="0"/>
              </a:rPr>
              <a:t>6. Péter Orgoványi ORCID and Tamás Karches (2024) </a:t>
            </a:r>
            <a:r>
              <a:rPr lang="sq-AL">
                <a:latin typeface="Times New Roman" panose="02020603050405020304" pitchFamily="18" charset="0"/>
                <a:cs typeface="Times New Roman" panose="02020603050405020304" pitchFamily="18" charset="0"/>
              </a:rPr>
              <a:t>‘</a:t>
            </a:r>
            <a:r>
              <a:rPr lang="en-US">
                <a:latin typeface="Times New Roman" panose="02020603050405020304" pitchFamily="18" charset="0"/>
                <a:cs typeface="Times New Roman" panose="02020603050405020304" pitchFamily="18" charset="0"/>
              </a:rPr>
              <a:t>GIS-Based Model Parameter Enhancement for Urban Water Utility Networks</a:t>
            </a:r>
            <a:r>
              <a:rPr lang="sq-AL">
                <a:latin typeface="Times New Roman" panose="02020603050405020304" pitchFamily="18" charset="0"/>
                <a:cs typeface="Times New Roman" panose="02020603050405020304" pitchFamily="18" charset="0"/>
              </a:rPr>
              <a:t>’</a:t>
            </a:r>
            <a:r>
              <a:rPr lang="en-US">
                <a:latin typeface="Times New Roman" panose="02020603050405020304" pitchFamily="18" charset="0"/>
                <a:cs typeface="Times New Roman" panose="02020603050405020304" pitchFamily="18" charset="0"/>
              </a:rPr>
              <a:t>.</a:t>
            </a:r>
          </a:p>
          <a:p>
            <a:pPr marL="0" indent="0">
              <a:buNone/>
            </a:pPr>
            <a:r>
              <a:rPr lang="en-US">
                <a:latin typeface="Times New Roman" panose="02020603050405020304" pitchFamily="18" charset="0"/>
                <a:cs typeface="Times New Roman" panose="02020603050405020304" pitchFamily="18" charset="0"/>
              </a:rPr>
              <a:t>7. </a:t>
            </a:r>
            <a:r>
              <a:rPr lang="sq-AL">
                <a:latin typeface="Times New Roman" panose="02020603050405020304" pitchFamily="18" charset="0"/>
                <a:cs typeface="Times New Roman" panose="02020603050405020304" pitchFamily="18" charset="0"/>
              </a:rPr>
              <a:t>Dixon, B., &amp; Uddameri, V. (2016). ‘GIS and Geocomputation for Water Resource Sci-ence and Engineering’.</a:t>
            </a:r>
            <a:endParaRPr lang="en-US">
              <a:latin typeface="Times New Roman" panose="02020603050405020304" pitchFamily="18" charset="0"/>
              <a:cs typeface="Times New Roman" panose="02020603050405020304" pitchFamily="18" charset="0"/>
            </a:endParaRPr>
          </a:p>
          <a:p>
            <a:pPr marL="0" indent="0">
              <a:buNone/>
            </a:pPr>
            <a:r>
              <a:rPr lang="en-US">
                <a:latin typeface="Times New Roman" panose="02020603050405020304" pitchFamily="18" charset="0"/>
                <a:cs typeface="Times New Roman" panose="02020603050405020304" pitchFamily="18" charset="0"/>
              </a:rPr>
              <a:t>8. Alzarooni, E., Ali, T., Al-Salem, K., &amp; Al-Mualla, M. (2023). </a:t>
            </a:r>
            <a:r>
              <a:rPr lang="sq-AL">
                <a:latin typeface="Times New Roman" panose="02020603050405020304" pitchFamily="18" charset="0"/>
                <a:cs typeface="Times New Roman" panose="02020603050405020304" pitchFamily="18" charset="0"/>
              </a:rPr>
              <a:t>‘</a:t>
            </a:r>
            <a:r>
              <a:rPr lang="en-US">
                <a:latin typeface="Times New Roman" panose="02020603050405020304" pitchFamily="18" charset="0"/>
                <a:cs typeface="Times New Roman" panose="02020603050405020304" pitchFamily="18" charset="0"/>
              </a:rPr>
              <a:t>GIS-based identification of locations in water distribution networks vulnerable to leakage</a:t>
            </a:r>
            <a:r>
              <a:rPr lang="sq-AL">
                <a:latin typeface="Times New Roman" panose="02020603050405020304" pitchFamily="18" charset="0"/>
                <a:cs typeface="Times New Roman" panose="02020603050405020304" pitchFamily="18" charset="0"/>
              </a:rPr>
              <a:t>’</a:t>
            </a:r>
            <a:r>
              <a:rPr lang="en-US">
                <a:latin typeface="Times New Roman" panose="02020603050405020304" pitchFamily="18" charset="0"/>
                <a:cs typeface="Times New Roman" panose="02020603050405020304" pitchFamily="18" charset="0"/>
              </a:rPr>
              <a:t>, </a:t>
            </a:r>
            <a:r>
              <a:rPr lang="en-US" i="1">
                <a:latin typeface="Times New Roman" panose="02020603050405020304" pitchFamily="18" charset="0"/>
                <a:cs typeface="Times New Roman" panose="02020603050405020304" pitchFamily="18" charset="0"/>
              </a:rPr>
              <a:t>Applied Sciences</a:t>
            </a:r>
            <a:r>
              <a:rPr lang="en-US">
                <a:latin typeface="Times New Roman" panose="02020603050405020304" pitchFamily="18" charset="0"/>
                <a:cs typeface="Times New Roman" panose="02020603050405020304" pitchFamily="18" charset="0"/>
              </a:rPr>
              <a:t>, 13(8), 4692.</a:t>
            </a:r>
          </a:p>
          <a:p>
            <a:pPr marL="0" indent="0">
              <a:buNone/>
            </a:pPr>
            <a:r>
              <a:rPr lang="en-US">
                <a:latin typeface="Times New Roman" panose="02020603050405020304" pitchFamily="18" charset="0"/>
                <a:cs typeface="Times New Roman" panose="02020603050405020304" pitchFamily="18" charset="0"/>
              </a:rPr>
              <a:t>9. T., Mortula, Al Hassani, R., Ali, M. M., &amp; Gawai, R. (2023). An integrated approach to leak detection in water distribution networks (WDNs) using GIS and remote sensing. </a:t>
            </a:r>
            <a:r>
              <a:rPr lang="en-US" i="1">
                <a:latin typeface="Times New Roman" panose="02020603050405020304" pitchFamily="18" charset="0"/>
                <a:cs typeface="Times New Roman" panose="02020603050405020304" pitchFamily="18" charset="0"/>
              </a:rPr>
              <a:t>Applied Sciences</a:t>
            </a:r>
            <a:r>
              <a:rPr lang="en-US">
                <a:latin typeface="Times New Roman" panose="02020603050405020304" pitchFamily="18" charset="0"/>
                <a:cs typeface="Times New Roman" panose="02020603050405020304" pitchFamily="18" charset="0"/>
              </a:rPr>
              <a:t>, 13(18), 10416.</a:t>
            </a:r>
          </a:p>
        </p:txBody>
      </p:sp>
    </p:spTree>
    <p:extLst>
      <p:ext uri="{BB962C8B-B14F-4D97-AF65-F5344CB8AC3E}">
        <p14:creationId xmlns:p14="http://schemas.microsoft.com/office/powerpoint/2010/main" val="393920616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CE3CF2-324B-4805-A0BB-DAA20735B6C8}"/>
              </a:ext>
            </a:extLst>
          </p:cNvPr>
          <p:cNvSpPr>
            <a:spLocks noGrp="1"/>
          </p:cNvSpPr>
          <p:nvPr>
            <p:ph type="title"/>
          </p:nvPr>
        </p:nvSpPr>
        <p:spPr>
          <a:xfrm>
            <a:off x="628650" y="365127"/>
            <a:ext cx="7886700" cy="1113478"/>
          </a:xfrm>
        </p:spPr>
        <p:txBody>
          <a:bodyPr>
            <a:normAutofit fontScale="90000"/>
          </a:bodyPr>
          <a:lstStyle/>
          <a:p>
            <a:r>
              <a:rPr lang="en-US" b="1">
                <a:latin typeface="Times New Roman" panose="02020603050405020304" pitchFamily="18" charset="0"/>
                <a:cs typeface="Times New Roman" panose="02020603050405020304" pitchFamily="18" charset="0"/>
              </a:rPr>
              <a:t>🎓 Falënderime</a:t>
            </a:r>
            <a:br>
              <a:rPr lang="en-US" b="1">
                <a:latin typeface="Times New Roman" panose="02020603050405020304" pitchFamily="18" charset="0"/>
                <a:cs typeface="Times New Roman" panose="02020603050405020304" pitchFamily="18" charset="0"/>
              </a:rPr>
            </a:br>
            <a:endParaRPr lang="en-US"/>
          </a:p>
        </p:txBody>
      </p:sp>
      <p:sp>
        <p:nvSpPr>
          <p:cNvPr id="3" name="Content Placeholder 2">
            <a:extLst>
              <a:ext uri="{FF2B5EF4-FFF2-40B4-BE49-F238E27FC236}">
                <a16:creationId xmlns:a16="http://schemas.microsoft.com/office/drawing/2014/main" id="{4F862ECA-98B5-4F37-91B5-24DFDFCD3A00}"/>
              </a:ext>
            </a:extLst>
          </p:cNvPr>
          <p:cNvSpPr>
            <a:spLocks noGrp="1"/>
          </p:cNvSpPr>
          <p:nvPr>
            <p:ph idx="1"/>
          </p:nvPr>
        </p:nvSpPr>
        <p:spPr>
          <a:xfrm>
            <a:off x="628650" y="1253331"/>
            <a:ext cx="7886700" cy="4351338"/>
          </a:xfrm>
        </p:spPr>
        <p:txBody>
          <a:bodyPr>
            <a:normAutofit/>
          </a:bodyPr>
          <a:lstStyle/>
          <a:p>
            <a:pPr marL="0" indent="0" algn="just">
              <a:buNone/>
            </a:pPr>
            <a:r>
              <a:rPr lang="en-US" sz="2400" spc="-150">
                <a:latin typeface="Times New Roman" panose="02020603050405020304" pitchFamily="18" charset="0"/>
                <a:cs typeface="Times New Roman" panose="02020603050405020304" pitchFamily="18" charset="0"/>
              </a:rPr>
              <a:t>Shpreh mirënjohjen time të sinqertë për:</a:t>
            </a:r>
          </a:p>
          <a:p>
            <a:pPr marL="0" indent="0" algn="just">
              <a:buNone/>
            </a:pPr>
            <a:r>
              <a:rPr lang="en-US" sz="2400" b="1" spc="-150">
                <a:latin typeface="Times New Roman" panose="02020603050405020304" pitchFamily="18" charset="0"/>
                <a:cs typeface="Times New Roman" panose="02020603050405020304" pitchFamily="18" charset="0"/>
              </a:rPr>
              <a:t>Prof.Asst. Besim Ajvazi</a:t>
            </a:r>
            <a:r>
              <a:rPr lang="en-US" sz="2400" spc="-150">
                <a:latin typeface="Times New Roman" panose="02020603050405020304" pitchFamily="18" charset="0"/>
                <a:cs typeface="Times New Roman" panose="02020603050405020304" pitchFamily="18" charset="0"/>
              </a:rPr>
              <a:t>, për udhëzimin profesional, mbështetjen dhe përkushtimin gjatë realizimit të kësaj teme.</a:t>
            </a:r>
          </a:p>
          <a:p>
            <a:pPr marL="0" indent="0" algn="just">
              <a:buNone/>
            </a:pPr>
            <a:r>
              <a:rPr lang="en-US" sz="2400" b="1" spc="-150">
                <a:latin typeface="Times New Roman" panose="02020603050405020304" pitchFamily="18" charset="0"/>
                <a:cs typeface="Times New Roman" panose="02020603050405020304" pitchFamily="18" charset="0"/>
              </a:rPr>
              <a:t>Gjithë Stafin e Departamentit të Gjeodezisë</a:t>
            </a:r>
            <a:r>
              <a:rPr lang="en-US" sz="2400" spc="-150">
                <a:latin typeface="Times New Roman" panose="02020603050405020304" pitchFamily="18" charset="0"/>
                <a:cs typeface="Times New Roman" panose="02020603050405020304" pitchFamily="18" charset="0"/>
              </a:rPr>
              <a:t>, për kontributin akademik dhe mbështetjen gjatë studimeve.</a:t>
            </a:r>
          </a:p>
          <a:p>
            <a:pPr marL="0" indent="0" algn="just">
              <a:buNone/>
            </a:pPr>
            <a:r>
              <a:rPr lang="en-US" sz="2400" b="1" spc="-150">
                <a:latin typeface="Times New Roman" panose="02020603050405020304" pitchFamily="18" charset="0"/>
                <a:cs typeface="Times New Roman" panose="02020603050405020304" pitchFamily="18" charset="0"/>
              </a:rPr>
              <a:t>KRU “Bifurkacioni” Ferizaj</a:t>
            </a:r>
            <a:r>
              <a:rPr lang="en-US" sz="2400" spc="-150">
                <a:latin typeface="Times New Roman" panose="02020603050405020304" pitchFamily="18" charset="0"/>
                <a:cs typeface="Times New Roman" panose="02020603050405020304" pitchFamily="18" charset="0"/>
              </a:rPr>
              <a:t>, për ofrimin e të dhënave dhe bashkëpunimin.</a:t>
            </a:r>
          </a:p>
          <a:p>
            <a:pPr marL="0" indent="0" algn="just">
              <a:buNone/>
            </a:pPr>
            <a:r>
              <a:rPr lang="en-US" sz="2400" b="1" spc="-150">
                <a:latin typeface="Times New Roman" panose="02020603050405020304" pitchFamily="18" charset="0"/>
                <a:cs typeface="Times New Roman" panose="02020603050405020304" pitchFamily="18" charset="0"/>
              </a:rPr>
              <a:t>Familjen time</a:t>
            </a:r>
            <a:r>
              <a:rPr lang="en-US" sz="2400" spc="-150">
                <a:latin typeface="Times New Roman" panose="02020603050405020304" pitchFamily="18" charset="0"/>
                <a:cs typeface="Times New Roman" panose="02020603050405020304" pitchFamily="18" charset="0"/>
              </a:rPr>
              <a:t>, për mbështetjen e vazhdueshme dhe motivimin gjatë gjithë këtij rrugëtimi.</a:t>
            </a:r>
          </a:p>
          <a:p>
            <a:pPr marL="0" indent="0">
              <a:buNone/>
            </a:pPr>
            <a:endParaRPr lang="en-US"/>
          </a:p>
        </p:txBody>
      </p:sp>
    </p:spTree>
    <p:extLst>
      <p:ext uri="{BB962C8B-B14F-4D97-AF65-F5344CB8AC3E}">
        <p14:creationId xmlns:p14="http://schemas.microsoft.com/office/powerpoint/2010/main" val="36301160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1980F2D-C61E-4568-8850-46666ABE0080}"/>
              </a:ext>
            </a:extLst>
          </p:cNvPr>
          <p:cNvSpPr/>
          <p:nvPr/>
        </p:nvSpPr>
        <p:spPr>
          <a:xfrm>
            <a:off x="0" y="652969"/>
            <a:ext cx="9144000" cy="51435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7" name="TextBox 6">
            <a:extLst>
              <a:ext uri="{FF2B5EF4-FFF2-40B4-BE49-F238E27FC236}">
                <a16:creationId xmlns:a16="http://schemas.microsoft.com/office/drawing/2014/main" id="{E4BA0B3E-1EFE-4709-AB0F-CDDDC06E1277}"/>
              </a:ext>
            </a:extLst>
          </p:cNvPr>
          <p:cNvSpPr txBox="1"/>
          <p:nvPr/>
        </p:nvSpPr>
        <p:spPr>
          <a:xfrm>
            <a:off x="480092" y="2551837"/>
            <a:ext cx="7911446" cy="1754326"/>
          </a:xfrm>
          <a:prstGeom prst="rect">
            <a:avLst/>
          </a:prstGeom>
          <a:noFill/>
        </p:spPr>
        <p:txBody>
          <a:bodyPr wrap="square" rtlCol="0">
            <a:spAutoFit/>
          </a:bodyPr>
          <a:lstStyle/>
          <a:p>
            <a:pPr lvl="1" algn="ctr"/>
            <a:r>
              <a:rPr lang="en-US" sz="5400" b="1" spc="450">
                <a:latin typeface="Call Of Ops Duty" panose="02000500000000000000" pitchFamily="2" charset="0"/>
                <a:cs typeface="Times New Roman" panose="02020603050405020304" pitchFamily="18" charset="0"/>
              </a:rPr>
              <a:t>JU FALEMINDERIT PeR VeMENDJEN</a:t>
            </a:r>
            <a:endParaRPr lang="en-US" sz="7200" b="1" spc="450">
              <a:latin typeface="Call Of Ops Duty" panose="02000500000000000000" pitchFamily="2" charset="0"/>
              <a:cs typeface="Times New Roman" panose="02020603050405020304" pitchFamily="18" charset="0"/>
            </a:endParaRPr>
          </a:p>
        </p:txBody>
      </p:sp>
    </p:spTree>
    <p:extLst>
      <p:ext uri="{BB962C8B-B14F-4D97-AF65-F5344CB8AC3E}">
        <p14:creationId xmlns:p14="http://schemas.microsoft.com/office/powerpoint/2010/main" val="723881032"/>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13919</TotalTime>
  <Words>1620</Words>
  <Application>Microsoft Office PowerPoint</Application>
  <PresentationFormat>On-screen Show (4:3)</PresentationFormat>
  <Paragraphs>139</Paragraphs>
  <Slides>21</Slides>
  <Notes>0</Notes>
  <HiddenSlides>0</HiddenSlides>
  <MMClips>0</MMClips>
  <ScaleCrop>false</ScaleCrop>
  <HeadingPairs>
    <vt:vector size="8" baseType="variant">
      <vt:variant>
        <vt:lpstr>Fonts Used</vt:lpstr>
      </vt:variant>
      <vt:variant>
        <vt:i4>7</vt:i4>
      </vt:variant>
      <vt:variant>
        <vt:lpstr>Theme</vt:lpstr>
      </vt:variant>
      <vt:variant>
        <vt:i4>1</vt:i4>
      </vt:variant>
      <vt:variant>
        <vt:lpstr>Embedded OLE Servers</vt:lpstr>
      </vt:variant>
      <vt:variant>
        <vt:i4>1</vt:i4>
      </vt:variant>
      <vt:variant>
        <vt:lpstr>Slide Titles</vt:lpstr>
      </vt:variant>
      <vt:variant>
        <vt:i4>21</vt:i4>
      </vt:variant>
    </vt:vector>
  </HeadingPairs>
  <TitlesOfParts>
    <vt:vector size="30" baseType="lpstr">
      <vt:lpstr>MS Mincho</vt:lpstr>
      <vt:lpstr>Arial</vt:lpstr>
      <vt:lpstr>Calibri</vt:lpstr>
      <vt:lpstr>Calibri Light</vt:lpstr>
      <vt:lpstr>Call Of Ops Duty</vt:lpstr>
      <vt:lpstr>Times New Roman</vt:lpstr>
      <vt:lpstr>Wingdings</vt:lpstr>
      <vt:lpstr>Office Theme</vt:lpstr>
      <vt:lpstr>Adobe Acrobat Document</vt:lpstr>
      <vt:lpstr>UNIVERSITETI I PRISHTINËS FAKULTETI I INXHINIERISË SË NDËRTIMIT  Departamenti për Gjeodezi, Gjeoinformacion, Observimet e Tokës dhe Hapësirës</vt:lpstr>
      <vt:lpstr>Përmbajtja:</vt:lpstr>
      <vt:lpstr>Pjesa e parë</vt:lpstr>
      <vt:lpstr>2.Kadastri i përqojave (tubacioneve) të ujësjellësit në Kosovë</vt:lpstr>
      <vt:lpstr>2. Qëllimi dhe Objektivat e Punimit </vt:lpstr>
      <vt:lpstr>Pjesa e dytë</vt:lpstr>
      <vt:lpstr>Të dhënat primare dhe sekondare </vt:lpstr>
      <vt:lpstr>4.Modelimi i të Dhënave dhe Klasifikimi i Komponenteve të Sistemit </vt:lpstr>
      <vt:lpstr>4.Modelimi i të Dhënave dhe Klasifikimi i Komponenteve të Sistemit </vt:lpstr>
      <vt:lpstr>PowerPoint Presentation</vt:lpstr>
      <vt:lpstr>Pjesa e tretë</vt:lpstr>
      <vt:lpstr>PowerPoint Presentation</vt:lpstr>
      <vt:lpstr>PowerPoint Presentation</vt:lpstr>
      <vt:lpstr>PowerPoint Presentation</vt:lpstr>
      <vt:lpstr>Pjesa e katërt</vt:lpstr>
      <vt:lpstr>PowerPoint Presentation</vt:lpstr>
      <vt:lpstr>8. Shtojcat - Hartat</vt:lpstr>
      <vt:lpstr>PowerPoint Presentation</vt:lpstr>
      <vt:lpstr>      10. Literatura </vt:lpstr>
      <vt:lpstr>🎓 Falënderime </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UNIVERSITETI I PRISHTINËS "HASAN PRISHTINA" FAKULTETI I NDËRTIMTARISË Departamenti: GJEODEZI (Studime Bachelor)</dc:title>
  <dc:creator>Valon Sejdiu</dc:creator>
  <cp:lastModifiedBy>Valon Sejdiu</cp:lastModifiedBy>
  <cp:revision>127</cp:revision>
  <dcterms:created xsi:type="dcterms:W3CDTF">2026-01-23T15:11:57Z</dcterms:created>
  <dcterms:modified xsi:type="dcterms:W3CDTF">2026-02-13T21:38:31Z</dcterms:modified>
</cp:coreProperties>
</file>