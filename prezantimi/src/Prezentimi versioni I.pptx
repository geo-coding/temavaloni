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3" r:id="rId4"/>
    <p:sldId id="277" r:id="rId5"/>
    <p:sldId id="278" r:id="rId6"/>
    <p:sldId id="279" r:id="rId7"/>
    <p:sldId id="281" r:id="rId8"/>
    <p:sldId id="282" r:id="rId9"/>
    <p:sldId id="266" r:id="rId10"/>
    <p:sldId id="263" r:id="rId11"/>
    <p:sldId id="262" r:id="rId12"/>
    <p:sldId id="265" r:id="rId13"/>
    <p:sldId id="267" r:id="rId14"/>
    <p:sldId id="268" r:id="rId15"/>
    <p:sldId id="269" r:id="rId16"/>
    <p:sldId id="270" r:id="rId17"/>
    <p:sldId id="280" r:id="rId18"/>
    <p:sldId id="271" r:id="rId19"/>
    <p:sldId id="272" r:id="rId20"/>
    <p:sldId id="273" r:id="rId21"/>
    <p:sldId id="274" r:id="rId22"/>
    <p:sldId id="275" r:id="rId23"/>
    <p:sldId id="276" r:id="rId24"/>
    <p:sldId id="284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934" autoAdjust="0"/>
    <p:restoredTop sz="92487" autoAdjust="0"/>
  </p:normalViewPr>
  <p:slideViewPr>
    <p:cSldViewPr>
      <p:cViewPr>
        <p:scale>
          <a:sx n="75" d="100"/>
          <a:sy n="75" d="100"/>
        </p:scale>
        <p:origin x="-1002" y="-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A6FE24-0284-47F7-8858-7ED59E5E8261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F0480E-99C3-412D-A1EB-9268800C2147}">
      <dgm:prSet phldrT="[Text]"/>
      <dgm:spPr/>
      <dgm:t>
        <a:bodyPr/>
        <a:lstStyle/>
        <a:p>
          <a:r>
            <a:rPr lang="sq-AL" noProof="0" dirty="0" smtClean="0"/>
            <a:t>Karakteristikat </a:t>
          </a:r>
          <a:endParaRPr lang="sq-AL" noProof="0" dirty="0"/>
        </a:p>
      </dgm:t>
    </dgm:pt>
    <dgm:pt modelId="{D2D91B87-C955-487F-8DA7-7F2FF7D1FE59}" type="parTrans" cxnId="{8EE831BB-EF26-4DC4-A46E-567221DB47D5}">
      <dgm:prSet/>
      <dgm:spPr/>
      <dgm:t>
        <a:bodyPr/>
        <a:lstStyle/>
        <a:p>
          <a:endParaRPr lang="en-US"/>
        </a:p>
      </dgm:t>
    </dgm:pt>
    <dgm:pt modelId="{464BACAD-C275-4402-B7E9-EBD910A4CBB8}" type="sibTrans" cxnId="{8EE831BB-EF26-4DC4-A46E-567221DB47D5}">
      <dgm:prSet/>
      <dgm:spPr/>
      <dgm:t>
        <a:bodyPr/>
        <a:lstStyle/>
        <a:p>
          <a:endParaRPr lang="en-US"/>
        </a:p>
      </dgm:t>
    </dgm:pt>
    <dgm:pt modelId="{61B1CA25-48F4-4C18-8070-0947DD0E90B0}" type="asst">
      <dgm:prSet phldrT="[Text]"/>
      <dgm:spPr/>
      <dgm:t>
        <a:bodyPr/>
        <a:lstStyle/>
        <a:p>
          <a:r>
            <a:rPr lang="sq-AL" noProof="0" dirty="0" smtClean="0"/>
            <a:t>Përmbajtja</a:t>
          </a:r>
          <a:endParaRPr lang="sq-AL" noProof="0" dirty="0"/>
        </a:p>
      </dgm:t>
    </dgm:pt>
    <dgm:pt modelId="{555D507B-B361-4A84-8ECC-126D448A516A}" type="parTrans" cxnId="{3574AD5F-6325-4EF8-AB17-FB4E9307A946}">
      <dgm:prSet/>
      <dgm:spPr/>
      <dgm:t>
        <a:bodyPr/>
        <a:lstStyle/>
        <a:p>
          <a:endParaRPr lang="en-US"/>
        </a:p>
      </dgm:t>
    </dgm:pt>
    <dgm:pt modelId="{0700C8A8-B094-488B-81F3-EC8E80ACCFAA}" type="sibTrans" cxnId="{3574AD5F-6325-4EF8-AB17-FB4E9307A946}">
      <dgm:prSet/>
      <dgm:spPr/>
      <dgm:t>
        <a:bodyPr/>
        <a:lstStyle/>
        <a:p>
          <a:endParaRPr lang="en-US"/>
        </a:p>
      </dgm:t>
    </dgm:pt>
    <dgm:pt modelId="{2B2AB142-398B-4340-9FB8-2263CF64EB60}">
      <dgm:prSet phldrT="[Text]"/>
      <dgm:spPr/>
      <dgm:t>
        <a:bodyPr/>
        <a:lstStyle/>
        <a:p>
          <a:r>
            <a:rPr lang="sq-AL" noProof="0" dirty="0" smtClean="0"/>
            <a:t>Projeksioni hartografik</a:t>
          </a:r>
          <a:endParaRPr lang="sq-AL" noProof="0" dirty="0"/>
        </a:p>
      </dgm:t>
    </dgm:pt>
    <dgm:pt modelId="{F77DA9E7-8ADD-4B78-A08E-6CE5CDCC1B10}" type="parTrans" cxnId="{CAC7F880-C473-4FA6-A107-BCBC85D565A3}">
      <dgm:prSet/>
      <dgm:spPr/>
      <dgm:t>
        <a:bodyPr/>
        <a:lstStyle/>
        <a:p>
          <a:endParaRPr lang="en-US"/>
        </a:p>
      </dgm:t>
    </dgm:pt>
    <dgm:pt modelId="{EAC190CB-FE26-4A93-892A-0B3FF193532B}" type="sibTrans" cxnId="{CAC7F880-C473-4FA6-A107-BCBC85D565A3}">
      <dgm:prSet/>
      <dgm:spPr/>
      <dgm:t>
        <a:bodyPr/>
        <a:lstStyle/>
        <a:p>
          <a:endParaRPr lang="en-US"/>
        </a:p>
      </dgm:t>
    </dgm:pt>
    <dgm:pt modelId="{D1400DDD-C633-4617-AF5B-2B36EF3C91CE}">
      <dgm:prSet phldrT="[Text]"/>
      <dgm:spPr/>
      <dgm:t>
        <a:bodyPr/>
        <a:lstStyle/>
        <a:p>
          <a:r>
            <a:rPr lang="sq-AL" noProof="0" dirty="0" smtClean="0"/>
            <a:t>Azhurnimi</a:t>
          </a:r>
          <a:endParaRPr lang="sq-AL" noProof="0" dirty="0"/>
        </a:p>
      </dgm:t>
    </dgm:pt>
    <dgm:pt modelId="{F1A0D6E0-AF00-4D5F-A891-A621C88C1046}" type="parTrans" cxnId="{C70B8B36-D381-4ABB-8DC7-5318D01E64DB}">
      <dgm:prSet/>
      <dgm:spPr/>
      <dgm:t>
        <a:bodyPr/>
        <a:lstStyle/>
        <a:p>
          <a:endParaRPr lang="en-US"/>
        </a:p>
      </dgm:t>
    </dgm:pt>
    <dgm:pt modelId="{AE4E0E55-5B87-4D0B-A7EA-A3F91E35C6A7}" type="sibTrans" cxnId="{C70B8B36-D381-4ABB-8DC7-5318D01E64DB}">
      <dgm:prSet/>
      <dgm:spPr/>
      <dgm:t>
        <a:bodyPr/>
        <a:lstStyle/>
        <a:p>
          <a:endParaRPr lang="en-US"/>
        </a:p>
      </dgm:t>
    </dgm:pt>
    <dgm:pt modelId="{AA01AB67-80B0-41E7-9AEC-DCE24D774400}" type="asst">
      <dgm:prSet phldrT="[Text]"/>
      <dgm:spPr/>
      <dgm:t>
        <a:bodyPr/>
        <a:lstStyle/>
        <a:p>
          <a:r>
            <a:rPr lang="sq-AL" noProof="0" dirty="0" smtClean="0"/>
            <a:t>Saktësia gjeometrike</a:t>
          </a:r>
          <a:endParaRPr lang="sq-AL" noProof="0" dirty="0"/>
        </a:p>
      </dgm:t>
    </dgm:pt>
    <dgm:pt modelId="{3E4B09E3-CB31-4A06-B067-9555C402C1D8}" type="parTrans" cxnId="{F09022D3-A463-4CF7-8A03-6443934B3DA9}">
      <dgm:prSet/>
      <dgm:spPr/>
      <dgm:t>
        <a:bodyPr/>
        <a:lstStyle/>
        <a:p>
          <a:endParaRPr lang="en-US"/>
        </a:p>
      </dgm:t>
    </dgm:pt>
    <dgm:pt modelId="{C7F8C569-CB6B-4E03-8561-CF5A185B5407}" type="sibTrans" cxnId="{F09022D3-A463-4CF7-8A03-6443934B3DA9}">
      <dgm:prSet/>
      <dgm:spPr/>
      <dgm:t>
        <a:bodyPr/>
        <a:lstStyle/>
        <a:p>
          <a:endParaRPr lang="en-US"/>
        </a:p>
      </dgm:t>
    </dgm:pt>
    <dgm:pt modelId="{5CBD8F34-9FAC-4BE7-8AB3-1809B4D6A07C}" type="asst">
      <dgm:prSet phldrT="[Text]"/>
      <dgm:spPr/>
      <dgm:t>
        <a:bodyPr/>
        <a:lstStyle/>
        <a:p>
          <a:r>
            <a:rPr lang="sq-AL" noProof="0" smtClean="0"/>
            <a:t>Shkalla</a:t>
          </a:r>
          <a:endParaRPr lang="sq-AL" noProof="0"/>
        </a:p>
      </dgm:t>
    </dgm:pt>
    <dgm:pt modelId="{E989F4D2-EFBC-475E-8785-0813F965AEBF}" type="parTrans" cxnId="{01B27B55-BD7E-43A2-829F-52A3B013C571}">
      <dgm:prSet/>
      <dgm:spPr/>
      <dgm:t>
        <a:bodyPr/>
        <a:lstStyle/>
        <a:p>
          <a:endParaRPr lang="en-US"/>
        </a:p>
      </dgm:t>
    </dgm:pt>
    <dgm:pt modelId="{694D77A6-A37E-4183-AED3-3BF96E3A22C9}" type="sibTrans" cxnId="{01B27B55-BD7E-43A2-829F-52A3B013C571}">
      <dgm:prSet/>
      <dgm:spPr/>
      <dgm:t>
        <a:bodyPr/>
        <a:lstStyle/>
        <a:p>
          <a:endParaRPr lang="en-US"/>
        </a:p>
      </dgm:t>
    </dgm:pt>
    <dgm:pt modelId="{FECF4346-0A2D-4D63-B9AA-E0354AAE746A}" type="asst">
      <dgm:prSet phldrT="[Text]"/>
      <dgm:spPr/>
      <dgm:t>
        <a:bodyPr/>
        <a:lstStyle/>
        <a:p>
          <a:r>
            <a:rPr lang="sq-AL" noProof="0" smtClean="0"/>
            <a:t>Shenjat hartografike</a:t>
          </a:r>
          <a:endParaRPr lang="sq-AL" noProof="0"/>
        </a:p>
      </dgm:t>
    </dgm:pt>
    <dgm:pt modelId="{7E9E0EE2-EE89-4E68-9E81-88FEE3B50223}" type="parTrans" cxnId="{9DC3DB5A-5CD5-4FB3-ADF7-F548BD96A24E}">
      <dgm:prSet/>
      <dgm:spPr/>
      <dgm:t>
        <a:bodyPr/>
        <a:lstStyle/>
        <a:p>
          <a:endParaRPr lang="en-US"/>
        </a:p>
      </dgm:t>
    </dgm:pt>
    <dgm:pt modelId="{0492FD34-9284-4F72-8B32-EA7106E37EDE}" type="sibTrans" cxnId="{9DC3DB5A-5CD5-4FB3-ADF7-F548BD96A24E}">
      <dgm:prSet/>
      <dgm:spPr/>
      <dgm:t>
        <a:bodyPr/>
        <a:lstStyle/>
        <a:p>
          <a:endParaRPr lang="en-US"/>
        </a:p>
      </dgm:t>
    </dgm:pt>
    <dgm:pt modelId="{F36815AE-6F10-40EA-BD21-7F4CFEEA282A}" type="asst">
      <dgm:prSet phldrT="[Text]"/>
      <dgm:spPr/>
      <dgm:t>
        <a:bodyPr/>
        <a:lstStyle/>
        <a:p>
          <a:r>
            <a:rPr lang="sq-AL" noProof="0" smtClean="0"/>
            <a:t>Kornizat</a:t>
          </a:r>
          <a:endParaRPr lang="sq-AL" noProof="0"/>
        </a:p>
      </dgm:t>
    </dgm:pt>
    <dgm:pt modelId="{F50FE978-AE09-4474-B88F-CB6B9A794622}" type="parTrans" cxnId="{0E346135-C125-46B6-9359-D677B9A8CAC7}">
      <dgm:prSet/>
      <dgm:spPr/>
      <dgm:t>
        <a:bodyPr/>
        <a:lstStyle/>
        <a:p>
          <a:endParaRPr lang="en-US"/>
        </a:p>
      </dgm:t>
    </dgm:pt>
    <dgm:pt modelId="{23CA4375-E2F3-468D-8C6F-C3DD7F5D00B1}" type="sibTrans" cxnId="{0E346135-C125-46B6-9359-D677B9A8CAC7}">
      <dgm:prSet/>
      <dgm:spPr/>
      <dgm:t>
        <a:bodyPr/>
        <a:lstStyle/>
        <a:p>
          <a:endParaRPr lang="en-US"/>
        </a:p>
      </dgm:t>
    </dgm:pt>
    <dgm:pt modelId="{F047B37F-BB66-459B-82DA-65C555ACF471}" type="asst">
      <dgm:prSet phldrT="[Text]"/>
      <dgm:spPr/>
      <dgm:t>
        <a:bodyPr/>
        <a:lstStyle/>
        <a:p>
          <a:r>
            <a:rPr lang="sq-AL" noProof="0" dirty="0" smtClean="0"/>
            <a:t>Nomenklatura</a:t>
          </a:r>
          <a:endParaRPr lang="sq-AL" noProof="0" dirty="0"/>
        </a:p>
      </dgm:t>
    </dgm:pt>
    <dgm:pt modelId="{34EE0422-AC62-4350-8167-C4E3970678C0}" type="parTrans" cxnId="{D5A2B94B-5399-4144-9208-247AFC2125D0}">
      <dgm:prSet/>
      <dgm:spPr/>
      <dgm:t>
        <a:bodyPr/>
        <a:lstStyle/>
        <a:p>
          <a:endParaRPr lang="en-US"/>
        </a:p>
      </dgm:t>
    </dgm:pt>
    <dgm:pt modelId="{4F61EB24-01FC-4A63-B48A-2BAB8FD35DB2}" type="sibTrans" cxnId="{D5A2B94B-5399-4144-9208-247AFC2125D0}">
      <dgm:prSet/>
      <dgm:spPr/>
      <dgm:t>
        <a:bodyPr/>
        <a:lstStyle/>
        <a:p>
          <a:endParaRPr lang="en-US"/>
        </a:p>
      </dgm:t>
    </dgm:pt>
    <dgm:pt modelId="{30314A2B-36D3-49D6-86B2-02700C39364D}" type="pres">
      <dgm:prSet presAssocID="{FDA6FE24-0284-47F7-8858-7ED59E5E826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64F601F1-D7DB-4537-AEEF-F3185BC4EBFB}" type="pres">
      <dgm:prSet presAssocID="{B4F0480E-99C3-412D-A1EB-9268800C2147}" presName="hierRoot1" presStyleCnt="0">
        <dgm:presLayoutVars>
          <dgm:hierBranch val="init"/>
        </dgm:presLayoutVars>
      </dgm:prSet>
      <dgm:spPr/>
    </dgm:pt>
    <dgm:pt modelId="{A9286949-84A5-4806-B57C-BA59FF659324}" type="pres">
      <dgm:prSet presAssocID="{B4F0480E-99C3-412D-A1EB-9268800C2147}" presName="rootComposite1" presStyleCnt="0"/>
      <dgm:spPr/>
    </dgm:pt>
    <dgm:pt modelId="{B3B393CF-97B1-4EC0-90AC-8C5A2FBD7C99}" type="pres">
      <dgm:prSet presAssocID="{B4F0480E-99C3-412D-A1EB-9268800C2147}" presName="rootText1" presStyleLbl="node0" presStyleIdx="0" presStyleCnt="1" custScaleX="123965" custScaleY="16167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0834E57-27B6-49AD-9C93-3DFA2C2F06FD}" type="pres">
      <dgm:prSet presAssocID="{B4F0480E-99C3-412D-A1EB-9268800C2147}" presName="rootConnector1" presStyleLbl="node1" presStyleIdx="0" presStyleCnt="0"/>
      <dgm:spPr/>
      <dgm:t>
        <a:bodyPr/>
        <a:lstStyle/>
        <a:p>
          <a:endParaRPr lang="en-US"/>
        </a:p>
      </dgm:t>
    </dgm:pt>
    <dgm:pt modelId="{C5E21D7E-B032-447F-8273-2878CC1F2B00}" type="pres">
      <dgm:prSet presAssocID="{B4F0480E-99C3-412D-A1EB-9268800C2147}" presName="hierChild2" presStyleCnt="0"/>
      <dgm:spPr/>
    </dgm:pt>
    <dgm:pt modelId="{D1654E72-A8CD-4820-A13C-94B14355CBAB}" type="pres">
      <dgm:prSet presAssocID="{F77DA9E7-8ADD-4B78-A08E-6CE5CDCC1B10}" presName="Name37" presStyleLbl="parChTrans1D2" presStyleIdx="0" presStyleCnt="8"/>
      <dgm:spPr/>
      <dgm:t>
        <a:bodyPr/>
        <a:lstStyle/>
        <a:p>
          <a:endParaRPr lang="en-US"/>
        </a:p>
      </dgm:t>
    </dgm:pt>
    <dgm:pt modelId="{DBD2448E-878C-4A93-B968-8852F1813062}" type="pres">
      <dgm:prSet presAssocID="{2B2AB142-398B-4340-9FB8-2263CF64EB60}" presName="hierRoot2" presStyleCnt="0">
        <dgm:presLayoutVars>
          <dgm:hierBranch val="init"/>
        </dgm:presLayoutVars>
      </dgm:prSet>
      <dgm:spPr/>
    </dgm:pt>
    <dgm:pt modelId="{8C5F4251-E8C4-4138-B994-0DF576E59237}" type="pres">
      <dgm:prSet presAssocID="{2B2AB142-398B-4340-9FB8-2263CF64EB60}" presName="rootComposite" presStyleCnt="0"/>
      <dgm:spPr/>
    </dgm:pt>
    <dgm:pt modelId="{E4B03F4F-1B0D-41EB-BE2F-32B36FE9B38E}" type="pres">
      <dgm:prSet presAssocID="{2B2AB142-398B-4340-9FB8-2263CF64EB60}" presName="rootText" presStyleLbl="node2" presStyleIdx="0" presStyleCnt="2" custScaleX="1500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375489E-DB72-45FF-9959-F5D68B7BAC11}" type="pres">
      <dgm:prSet presAssocID="{2B2AB142-398B-4340-9FB8-2263CF64EB60}" presName="rootConnector" presStyleLbl="node2" presStyleIdx="0" presStyleCnt="2"/>
      <dgm:spPr/>
      <dgm:t>
        <a:bodyPr/>
        <a:lstStyle/>
        <a:p>
          <a:endParaRPr lang="en-US"/>
        </a:p>
      </dgm:t>
    </dgm:pt>
    <dgm:pt modelId="{40D15062-1954-462B-9AD9-87223CFCC6CA}" type="pres">
      <dgm:prSet presAssocID="{2B2AB142-398B-4340-9FB8-2263CF64EB60}" presName="hierChild4" presStyleCnt="0"/>
      <dgm:spPr/>
    </dgm:pt>
    <dgm:pt modelId="{E1D5892C-B12F-40B3-B517-FE04791DC1F6}" type="pres">
      <dgm:prSet presAssocID="{2B2AB142-398B-4340-9FB8-2263CF64EB60}" presName="hierChild5" presStyleCnt="0"/>
      <dgm:spPr/>
    </dgm:pt>
    <dgm:pt modelId="{CDFF25A4-60E8-4329-946D-D61CAC3E3864}" type="pres">
      <dgm:prSet presAssocID="{F1A0D6E0-AF00-4D5F-A891-A621C88C1046}" presName="Name37" presStyleLbl="parChTrans1D2" presStyleIdx="1" presStyleCnt="8"/>
      <dgm:spPr/>
      <dgm:t>
        <a:bodyPr/>
        <a:lstStyle/>
        <a:p>
          <a:endParaRPr lang="en-US"/>
        </a:p>
      </dgm:t>
    </dgm:pt>
    <dgm:pt modelId="{076E1FAC-C5AE-4E89-9064-A43A3953A186}" type="pres">
      <dgm:prSet presAssocID="{D1400DDD-C633-4617-AF5B-2B36EF3C91CE}" presName="hierRoot2" presStyleCnt="0">
        <dgm:presLayoutVars>
          <dgm:hierBranch val="init"/>
        </dgm:presLayoutVars>
      </dgm:prSet>
      <dgm:spPr/>
    </dgm:pt>
    <dgm:pt modelId="{879549B9-7C0B-4757-8699-0BDB3E27FE34}" type="pres">
      <dgm:prSet presAssocID="{D1400DDD-C633-4617-AF5B-2B36EF3C91CE}" presName="rootComposite" presStyleCnt="0"/>
      <dgm:spPr/>
    </dgm:pt>
    <dgm:pt modelId="{1C9E150B-A22D-422B-9B2F-BC54C612893F}" type="pres">
      <dgm:prSet presAssocID="{D1400DDD-C633-4617-AF5B-2B36EF3C91CE}" presName="rootText" presStyleLbl="node2" presStyleIdx="1" presStyleCnt="2" custScaleX="1500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1DE873A-1B79-452C-B854-A4D56F23A6D0}" type="pres">
      <dgm:prSet presAssocID="{D1400DDD-C633-4617-AF5B-2B36EF3C91CE}" presName="rootConnector" presStyleLbl="node2" presStyleIdx="1" presStyleCnt="2"/>
      <dgm:spPr/>
      <dgm:t>
        <a:bodyPr/>
        <a:lstStyle/>
        <a:p>
          <a:endParaRPr lang="en-US"/>
        </a:p>
      </dgm:t>
    </dgm:pt>
    <dgm:pt modelId="{BC131C6F-4D40-40D1-AA53-E4399F90991D}" type="pres">
      <dgm:prSet presAssocID="{D1400DDD-C633-4617-AF5B-2B36EF3C91CE}" presName="hierChild4" presStyleCnt="0"/>
      <dgm:spPr/>
    </dgm:pt>
    <dgm:pt modelId="{A5F111B1-CDC6-4F9D-A17E-04407B221668}" type="pres">
      <dgm:prSet presAssocID="{D1400DDD-C633-4617-AF5B-2B36EF3C91CE}" presName="hierChild5" presStyleCnt="0"/>
      <dgm:spPr/>
    </dgm:pt>
    <dgm:pt modelId="{805C17DB-3D51-4A3A-8469-CDC00A5C7345}" type="pres">
      <dgm:prSet presAssocID="{B4F0480E-99C3-412D-A1EB-9268800C2147}" presName="hierChild3" presStyleCnt="0"/>
      <dgm:spPr/>
    </dgm:pt>
    <dgm:pt modelId="{ABC3E879-C250-4CC6-97BD-55BD5AAB7DDC}" type="pres">
      <dgm:prSet presAssocID="{555D507B-B361-4A84-8ECC-126D448A516A}" presName="Name111" presStyleLbl="parChTrans1D2" presStyleIdx="2" presStyleCnt="8"/>
      <dgm:spPr/>
      <dgm:t>
        <a:bodyPr/>
        <a:lstStyle/>
        <a:p>
          <a:endParaRPr lang="en-US"/>
        </a:p>
      </dgm:t>
    </dgm:pt>
    <dgm:pt modelId="{0E48C660-33CA-45E6-B7F0-BC7C8A3F28C8}" type="pres">
      <dgm:prSet presAssocID="{61B1CA25-48F4-4C18-8070-0947DD0E90B0}" presName="hierRoot3" presStyleCnt="0">
        <dgm:presLayoutVars>
          <dgm:hierBranch val="init"/>
        </dgm:presLayoutVars>
      </dgm:prSet>
      <dgm:spPr/>
    </dgm:pt>
    <dgm:pt modelId="{55375066-F19B-4491-BA7F-B2F0658B497A}" type="pres">
      <dgm:prSet presAssocID="{61B1CA25-48F4-4C18-8070-0947DD0E90B0}" presName="rootComposite3" presStyleCnt="0"/>
      <dgm:spPr/>
    </dgm:pt>
    <dgm:pt modelId="{7CCFD320-FC22-4A1C-AC51-312435AAAE0C}" type="pres">
      <dgm:prSet presAssocID="{61B1CA25-48F4-4C18-8070-0947DD0E90B0}" presName="rootText3" presStyleLbl="asst1" presStyleIdx="0" presStyleCnt="6" custScaleX="150034" custLinFactNeighborX="-2431" custLinFactNeighborY="682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4A7EC44-705B-4E08-8C2B-C45C631E4A88}" type="pres">
      <dgm:prSet presAssocID="{61B1CA25-48F4-4C18-8070-0947DD0E90B0}" presName="rootConnector3" presStyleLbl="asst1" presStyleIdx="0" presStyleCnt="6"/>
      <dgm:spPr/>
      <dgm:t>
        <a:bodyPr/>
        <a:lstStyle/>
        <a:p>
          <a:endParaRPr lang="en-US"/>
        </a:p>
      </dgm:t>
    </dgm:pt>
    <dgm:pt modelId="{C4F56E04-49C6-4EB4-8D0B-E27D8E462C77}" type="pres">
      <dgm:prSet presAssocID="{61B1CA25-48F4-4C18-8070-0947DD0E90B0}" presName="hierChild6" presStyleCnt="0"/>
      <dgm:spPr/>
    </dgm:pt>
    <dgm:pt modelId="{F5609676-D780-4FC8-B3A9-38D96375C2E1}" type="pres">
      <dgm:prSet presAssocID="{61B1CA25-48F4-4C18-8070-0947DD0E90B0}" presName="hierChild7" presStyleCnt="0"/>
      <dgm:spPr/>
    </dgm:pt>
    <dgm:pt modelId="{7A4CEEAE-0AC0-49F1-8A67-16CD378C0998}" type="pres">
      <dgm:prSet presAssocID="{E989F4D2-EFBC-475E-8785-0813F965AEBF}" presName="Name111" presStyleLbl="parChTrans1D2" presStyleIdx="3" presStyleCnt="8"/>
      <dgm:spPr/>
      <dgm:t>
        <a:bodyPr/>
        <a:lstStyle/>
        <a:p>
          <a:endParaRPr lang="en-US"/>
        </a:p>
      </dgm:t>
    </dgm:pt>
    <dgm:pt modelId="{127DC34D-6080-4025-889D-FA8E5A473F68}" type="pres">
      <dgm:prSet presAssocID="{5CBD8F34-9FAC-4BE7-8AB3-1809B4D6A07C}" presName="hierRoot3" presStyleCnt="0">
        <dgm:presLayoutVars>
          <dgm:hierBranch val="init"/>
        </dgm:presLayoutVars>
      </dgm:prSet>
      <dgm:spPr/>
    </dgm:pt>
    <dgm:pt modelId="{894AC6EC-DFD7-410B-8871-17C353340E76}" type="pres">
      <dgm:prSet presAssocID="{5CBD8F34-9FAC-4BE7-8AB3-1809B4D6A07C}" presName="rootComposite3" presStyleCnt="0"/>
      <dgm:spPr/>
    </dgm:pt>
    <dgm:pt modelId="{A253E03E-C8C3-4057-99FF-A0E6F084DFEE}" type="pres">
      <dgm:prSet presAssocID="{5CBD8F34-9FAC-4BE7-8AB3-1809B4D6A07C}" presName="rootText3" presStyleLbl="asst1" presStyleIdx="1" presStyleCnt="6" custScaleX="1500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AE26996-47DC-471A-B3A8-4108B9EAC940}" type="pres">
      <dgm:prSet presAssocID="{5CBD8F34-9FAC-4BE7-8AB3-1809B4D6A07C}" presName="rootConnector3" presStyleLbl="asst1" presStyleIdx="1" presStyleCnt="6"/>
      <dgm:spPr/>
      <dgm:t>
        <a:bodyPr/>
        <a:lstStyle/>
        <a:p>
          <a:endParaRPr lang="en-US"/>
        </a:p>
      </dgm:t>
    </dgm:pt>
    <dgm:pt modelId="{944B8511-AE93-4647-800A-8834D3BFAA87}" type="pres">
      <dgm:prSet presAssocID="{5CBD8F34-9FAC-4BE7-8AB3-1809B4D6A07C}" presName="hierChild6" presStyleCnt="0"/>
      <dgm:spPr/>
    </dgm:pt>
    <dgm:pt modelId="{D8A9F08A-BF11-4B97-B876-E883D71F6298}" type="pres">
      <dgm:prSet presAssocID="{5CBD8F34-9FAC-4BE7-8AB3-1809B4D6A07C}" presName="hierChild7" presStyleCnt="0"/>
      <dgm:spPr/>
    </dgm:pt>
    <dgm:pt modelId="{089CE549-BB49-468B-AB03-02CBD967923B}" type="pres">
      <dgm:prSet presAssocID="{7E9E0EE2-EE89-4E68-9E81-88FEE3B50223}" presName="Name111" presStyleLbl="parChTrans1D2" presStyleIdx="4" presStyleCnt="8"/>
      <dgm:spPr/>
      <dgm:t>
        <a:bodyPr/>
        <a:lstStyle/>
        <a:p>
          <a:endParaRPr lang="en-US"/>
        </a:p>
      </dgm:t>
    </dgm:pt>
    <dgm:pt modelId="{660FF301-F836-40FF-9B5C-E92A9F1C4A72}" type="pres">
      <dgm:prSet presAssocID="{FECF4346-0A2D-4D63-B9AA-E0354AAE746A}" presName="hierRoot3" presStyleCnt="0">
        <dgm:presLayoutVars>
          <dgm:hierBranch val="init"/>
        </dgm:presLayoutVars>
      </dgm:prSet>
      <dgm:spPr/>
    </dgm:pt>
    <dgm:pt modelId="{CE5D4671-776F-4CFF-8137-56886F7962A5}" type="pres">
      <dgm:prSet presAssocID="{FECF4346-0A2D-4D63-B9AA-E0354AAE746A}" presName="rootComposite3" presStyleCnt="0"/>
      <dgm:spPr/>
    </dgm:pt>
    <dgm:pt modelId="{AD238380-0D0A-4CCD-BEBA-605F02006515}" type="pres">
      <dgm:prSet presAssocID="{FECF4346-0A2D-4D63-B9AA-E0354AAE746A}" presName="rootText3" presStyleLbl="asst1" presStyleIdx="2" presStyleCnt="6" custScaleX="1500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1DD7167-DB6D-474C-B399-83AD8CE3D770}" type="pres">
      <dgm:prSet presAssocID="{FECF4346-0A2D-4D63-B9AA-E0354AAE746A}" presName="rootConnector3" presStyleLbl="asst1" presStyleIdx="2" presStyleCnt="6"/>
      <dgm:spPr/>
      <dgm:t>
        <a:bodyPr/>
        <a:lstStyle/>
        <a:p>
          <a:endParaRPr lang="en-US"/>
        </a:p>
      </dgm:t>
    </dgm:pt>
    <dgm:pt modelId="{B1E501CD-6669-4F7C-8CB8-2C6417016ACC}" type="pres">
      <dgm:prSet presAssocID="{FECF4346-0A2D-4D63-B9AA-E0354AAE746A}" presName="hierChild6" presStyleCnt="0"/>
      <dgm:spPr/>
    </dgm:pt>
    <dgm:pt modelId="{3A5EB85D-F849-4495-8DB7-1C5E1AEBE2B5}" type="pres">
      <dgm:prSet presAssocID="{FECF4346-0A2D-4D63-B9AA-E0354AAE746A}" presName="hierChild7" presStyleCnt="0"/>
      <dgm:spPr/>
    </dgm:pt>
    <dgm:pt modelId="{B1506671-EB8E-4675-B1CD-FC79D5F17A89}" type="pres">
      <dgm:prSet presAssocID="{F50FE978-AE09-4474-B88F-CB6B9A794622}" presName="Name111" presStyleLbl="parChTrans1D2" presStyleIdx="5" presStyleCnt="8"/>
      <dgm:spPr/>
      <dgm:t>
        <a:bodyPr/>
        <a:lstStyle/>
        <a:p>
          <a:endParaRPr lang="en-US"/>
        </a:p>
      </dgm:t>
    </dgm:pt>
    <dgm:pt modelId="{93536C36-4B4E-48AD-A180-2994C0AFA33B}" type="pres">
      <dgm:prSet presAssocID="{F36815AE-6F10-40EA-BD21-7F4CFEEA282A}" presName="hierRoot3" presStyleCnt="0">
        <dgm:presLayoutVars>
          <dgm:hierBranch val="init"/>
        </dgm:presLayoutVars>
      </dgm:prSet>
      <dgm:spPr/>
    </dgm:pt>
    <dgm:pt modelId="{0135FE4C-6DEF-4CB2-807A-552415A963FE}" type="pres">
      <dgm:prSet presAssocID="{F36815AE-6F10-40EA-BD21-7F4CFEEA282A}" presName="rootComposite3" presStyleCnt="0"/>
      <dgm:spPr/>
    </dgm:pt>
    <dgm:pt modelId="{B27F8C60-AE97-4905-AF14-68765E8BDAB9}" type="pres">
      <dgm:prSet presAssocID="{F36815AE-6F10-40EA-BD21-7F4CFEEA282A}" presName="rootText3" presStyleLbl="asst1" presStyleIdx="3" presStyleCnt="6" custScaleX="1500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EE43353-4977-42CD-8656-DC9684695BB8}" type="pres">
      <dgm:prSet presAssocID="{F36815AE-6F10-40EA-BD21-7F4CFEEA282A}" presName="rootConnector3" presStyleLbl="asst1" presStyleIdx="3" presStyleCnt="6"/>
      <dgm:spPr/>
      <dgm:t>
        <a:bodyPr/>
        <a:lstStyle/>
        <a:p>
          <a:endParaRPr lang="en-US"/>
        </a:p>
      </dgm:t>
    </dgm:pt>
    <dgm:pt modelId="{181ED05A-E088-4D0B-8216-AC32946E6DD3}" type="pres">
      <dgm:prSet presAssocID="{F36815AE-6F10-40EA-BD21-7F4CFEEA282A}" presName="hierChild6" presStyleCnt="0"/>
      <dgm:spPr/>
    </dgm:pt>
    <dgm:pt modelId="{9A37BC17-3166-4EEB-A9B3-71A61E5777E3}" type="pres">
      <dgm:prSet presAssocID="{F36815AE-6F10-40EA-BD21-7F4CFEEA282A}" presName="hierChild7" presStyleCnt="0"/>
      <dgm:spPr/>
    </dgm:pt>
    <dgm:pt modelId="{07589661-7BA8-46B3-B254-875C6DF8C8EE}" type="pres">
      <dgm:prSet presAssocID="{34EE0422-AC62-4350-8167-C4E3970678C0}" presName="Name111" presStyleLbl="parChTrans1D2" presStyleIdx="6" presStyleCnt="8"/>
      <dgm:spPr/>
      <dgm:t>
        <a:bodyPr/>
        <a:lstStyle/>
        <a:p>
          <a:endParaRPr lang="en-US"/>
        </a:p>
      </dgm:t>
    </dgm:pt>
    <dgm:pt modelId="{C4E4F58D-B48A-4B59-A7CE-E2C99AE030B4}" type="pres">
      <dgm:prSet presAssocID="{F047B37F-BB66-459B-82DA-65C555ACF471}" presName="hierRoot3" presStyleCnt="0">
        <dgm:presLayoutVars>
          <dgm:hierBranch val="init"/>
        </dgm:presLayoutVars>
      </dgm:prSet>
      <dgm:spPr/>
    </dgm:pt>
    <dgm:pt modelId="{FDB7768B-2884-4BE1-B03D-B11A9C5395F2}" type="pres">
      <dgm:prSet presAssocID="{F047B37F-BB66-459B-82DA-65C555ACF471}" presName="rootComposite3" presStyleCnt="0"/>
      <dgm:spPr/>
    </dgm:pt>
    <dgm:pt modelId="{FADE6F37-D289-4738-91EB-1CF4D25A7F24}" type="pres">
      <dgm:prSet presAssocID="{F047B37F-BB66-459B-82DA-65C555ACF471}" presName="rootText3" presStyleLbl="asst1" presStyleIdx="4" presStyleCnt="6" custScaleX="1500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45B9629-FDC0-4EA7-BC91-008176D47737}" type="pres">
      <dgm:prSet presAssocID="{F047B37F-BB66-459B-82DA-65C555ACF471}" presName="rootConnector3" presStyleLbl="asst1" presStyleIdx="4" presStyleCnt="6"/>
      <dgm:spPr/>
      <dgm:t>
        <a:bodyPr/>
        <a:lstStyle/>
        <a:p>
          <a:endParaRPr lang="en-US"/>
        </a:p>
      </dgm:t>
    </dgm:pt>
    <dgm:pt modelId="{91EF9C65-EC18-4B74-8AD2-76F2A62E3845}" type="pres">
      <dgm:prSet presAssocID="{F047B37F-BB66-459B-82DA-65C555ACF471}" presName="hierChild6" presStyleCnt="0"/>
      <dgm:spPr/>
    </dgm:pt>
    <dgm:pt modelId="{DD510C0B-BBE9-41DA-B74B-F1505B60A4CF}" type="pres">
      <dgm:prSet presAssocID="{F047B37F-BB66-459B-82DA-65C555ACF471}" presName="hierChild7" presStyleCnt="0"/>
      <dgm:spPr/>
    </dgm:pt>
    <dgm:pt modelId="{75B72F36-292B-4986-B0C8-D3D04CBBFABC}" type="pres">
      <dgm:prSet presAssocID="{3E4B09E3-CB31-4A06-B067-9555C402C1D8}" presName="Name111" presStyleLbl="parChTrans1D2" presStyleIdx="7" presStyleCnt="8"/>
      <dgm:spPr/>
      <dgm:t>
        <a:bodyPr/>
        <a:lstStyle/>
        <a:p>
          <a:endParaRPr lang="en-US"/>
        </a:p>
      </dgm:t>
    </dgm:pt>
    <dgm:pt modelId="{E4E614DF-0867-4721-8124-FCF06B974707}" type="pres">
      <dgm:prSet presAssocID="{AA01AB67-80B0-41E7-9AEC-DCE24D774400}" presName="hierRoot3" presStyleCnt="0">
        <dgm:presLayoutVars>
          <dgm:hierBranch val="init"/>
        </dgm:presLayoutVars>
      </dgm:prSet>
      <dgm:spPr/>
    </dgm:pt>
    <dgm:pt modelId="{10D7665B-5B1C-4AE5-A305-A104B3506387}" type="pres">
      <dgm:prSet presAssocID="{AA01AB67-80B0-41E7-9AEC-DCE24D774400}" presName="rootComposite3" presStyleCnt="0"/>
      <dgm:spPr/>
    </dgm:pt>
    <dgm:pt modelId="{0E71E365-B3C1-4D2D-8297-2A7FCF83FB16}" type="pres">
      <dgm:prSet presAssocID="{AA01AB67-80B0-41E7-9AEC-DCE24D774400}" presName="rootText3" presStyleLbl="asst1" presStyleIdx="5" presStyleCnt="6" custScaleX="1500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0201F93-A15D-46D6-9672-842C16AA0B85}" type="pres">
      <dgm:prSet presAssocID="{AA01AB67-80B0-41E7-9AEC-DCE24D774400}" presName="rootConnector3" presStyleLbl="asst1" presStyleIdx="5" presStyleCnt="6"/>
      <dgm:spPr/>
      <dgm:t>
        <a:bodyPr/>
        <a:lstStyle/>
        <a:p>
          <a:endParaRPr lang="en-US"/>
        </a:p>
      </dgm:t>
    </dgm:pt>
    <dgm:pt modelId="{AF071182-9A77-433F-9137-6239710A104B}" type="pres">
      <dgm:prSet presAssocID="{AA01AB67-80B0-41E7-9AEC-DCE24D774400}" presName="hierChild6" presStyleCnt="0"/>
      <dgm:spPr/>
    </dgm:pt>
    <dgm:pt modelId="{245F0C9F-DB9F-4DC5-9695-EE83D81A060F}" type="pres">
      <dgm:prSet presAssocID="{AA01AB67-80B0-41E7-9AEC-DCE24D774400}" presName="hierChild7" presStyleCnt="0"/>
      <dgm:spPr/>
    </dgm:pt>
  </dgm:ptLst>
  <dgm:cxnLst>
    <dgm:cxn modelId="{1D2FCCE8-4E25-4643-AA1E-403EB0925B72}" type="presOf" srcId="{34EE0422-AC62-4350-8167-C4E3970678C0}" destId="{07589661-7BA8-46B3-B254-875C6DF8C8EE}" srcOrd="0" destOrd="0" presId="urn:microsoft.com/office/officeart/2005/8/layout/orgChart1"/>
    <dgm:cxn modelId="{3E4741F6-7370-4445-A340-01773EE341BE}" type="presOf" srcId="{F36815AE-6F10-40EA-BD21-7F4CFEEA282A}" destId="{B27F8C60-AE97-4905-AF14-68765E8BDAB9}" srcOrd="0" destOrd="0" presId="urn:microsoft.com/office/officeart/2005/8/layout/orgChart1"/>
    <dgm:cxn modelId="{0E346135-C125-46B6-9359-D677B9A8CAC7}" srcId="{B4F0480E-99C3-412D-A1EB-9268800C2147}" destId="{F36815AE-6F10-40EA-BD21-7F4CFEEA282A}" srcOrd="3" destOrd="0" parTransId="{F50FE978-AE09-4474-B88F-CB6B9A794622}" sibTransId="{23CA4375-E2F3-468D-8C6F-C3DD7F5D00B1}"/>
    <dgm:cxn modelId="{A7359459-9B92-4490-8E40-F1098AD119C5}" type="presOf" srcId="{2B2AB142-398B-4340-9FB8-2263CF64EB60}" destId="{E4B03F4F-1B0D-41EB-BE2F-32B36FE9B38E}" srcOrd="0" destOrd="0" presId="urn:microsoft.com/office/officeart/2005/8/layout/orgChart1"/>
    <dgm:cxn modelId="{AA8A7FBD-575E-486D-B017-0FC21F572003}" type="presOf" srcId="{FDA6FE24-0284-47F7-8858-7ED59E5E8261}" destId="{30314A2B-36D3-49D6-86B2-02700C39364D}" srcOrd="0" destOrd="0" presId="urn:microsoft.com/office/officeart/2005/8/layout/orgChart1"/>
    <dgm:cxn modelId="{0404BFFC-ECDF-4776-961E-FB1B051A9F00}" type="presOf" srcId="{61B1CA25-48F4-4C18-8070-0947DD0E90B0}" destId="{C4A7EC44-705B-4E08-8C2B-C45C631E4A88}" srcOrd="1" destOrd="0" presId="urn:microsoft.com/office/officeart/2005/8/layout/orgChart1"/>
    <dgm:cxn modelId="{93D169D2-0450-474E-ABD6-43E7B2DFE8D3}" type="presOf" srcId="{2B2AB142-398B-4340-9FB8-2263CF64EB60}" destId="{0375489E-DB72-45FF-9959-F5D68B7BAC11}" srcOrd="1" destOrd="0" presId="urn:microsoft.com/office/officeart/2005/8/layout/orgChart1"/>
    <dgm:cxn modelId="{2E9A32B7-3503-4E0B-8577-43AB140C82CD}" type="presOf" srcId="{F77DA9E7-8ADD-4B78-A08E-6CE5CDCC1B10}" destId="{D1654E72-A8CD-4820-A13C-94B14355CBAB}" srcOrd="0" destOrd="0" presId="urn:microsoft.com/office/officeart/2005/8/layout/orgChart1"/>
    <dgm:cxn modelId="{F15E5885-9A73-4622-BC57-A21966A9E235}" type="presOf" srcId="{7E9E0EE2-EE89-4E68-9E81-88FEE3B50223}" destId="{089CE549-BB49-468B-AB03-02CBD967923B}" srcOrd="0" destOrd="0" presId="urn:microsoft.com/office/officeart/2005/8/layout/orgChart1"/>
    <dgm:cxn modelId="{C70B8B36-D381-4ABB-8DC7-5318D01E64DB}" srcId="{B4F0480E-99C3-412D-A1EB-9268800C2147}" destId="{D1400DDD-C633-4617-AF5B-2B36EF3C91CE}" srcOrd="7" destOrd="0" parTransId="{F1A0D6E0-AF00-4D5F-A891-A621C88C1046}" sibTransId="{AE4E0E55-5B87-4D0B-A7EA-A3F91E35C6A7}"/>
    <dgm:cxn modelId="{3706CDCB-BB07-48D2-82CC-8A2C01D8ECD4}" type="presOf" srcId="{B4F0480E-99C3-412D-A1EB-9268800C2147}" destId="{B3B393CF-97B1-4EC0-90AC-8C5A2FBD7C99}" srcOrd="0" destOrd="0" presId="urn:microsoft.com/office/officeart/2005/8/layout/orgChart1"/>
    <dgm:cxn modelId="{34AD1FDE-8693-4979-95BD-F66B22FAB8AF}" type="presOf" srcId="{F1A0D6E0-AF00-4D5F-A891-A621C88C1046}" destId="{CDFF25A4-60E8-4329-946D-D61CAC3E3864}" srcOrd="0" destOrd="0" presId="urn:microsoft.com/office/officeart/2005/8/layout/orgChart1"/>
    <dgm:cxn modelId="{791DAC2D-98FD-4C67-AA07-C7D78CCFAF72}" type="presOf" srcId="{5CBD8F34-9FAC-4BE7-8AB3-1809B4D6A07C}" destId="{8AE26996-47DC-471A-B3A8-4108B9EAC940}" srcOrd="1" destOrd="0" presId="urn:microsoft.com/office/officeart/2005/8/layout/orgChart1"/>
    <dgm:cxn modelId="{01B27B55-BD7E-43A2-829F-52A3B013C571}" srcId="{B4F0480E-99C3-412D-A1EB-9268800C2147}" destId="{5CBD8F34-9FAC-4BE7-8AB3-1809B4D6A07C}" srcOrd="1" destOrd="0" parTransId="{E989F4D2-EFBC-475E-8785-0813F965AEBF}" sibTransId="{694D77A6-A37E-4183-AED3-3BF96E3A22C9}"/>
    <dgm:cxn modelId="{0CCF445D-A965-4D8A-814B-E927EDBF2E80}" type="presOf" srcId="{F36815AE-6F10-40EA-BD21-7F4CFEEA282A}" destId="{AEE43353-4977-42CD-8656-DC9684695BB8}" srcOrd="1" destOrd="0" presId="urn:microsoft.com/office/officeart/2005/8/layout/orgChart1"/>
    <dgm:cxn modelId="{E924D997-934C-4B53-9BD1-D01A4AF23ED4}" type="presOf" srcId="{5CBD8F34-9FAC-4BE7-8AB3-1809B4D6A07C}" destId="{A253E03E-C8C3-4057-99FF-A0E6F084DFEE}" srcOrd="0" destOrd="0" presId="urn:microsoft.com/office/officeart/2005/8/layout/orgChart1"/>
    <dgm:cxn modelId="{C276D879-A0F0-4E3F-959A-470C51044DD9}" type="presOf" srcId="{D1400DDD-C633-4617-AF5B-2B36EF3C91CE}" destId="{31DE873A-1B79-452C-B854-A4D56F23A6D0}" srcOrd="1" destOrd="0" presId="urn:microsoft.com/office/officeart/2005/8/layout/orgChart1"/>
    <dgm:cxn modelId="{5B286790-5BFD-416C-A14A-7CA4B86795CF}" type="presOf" srcId="{D1400DDD-C633-4617-AF5B-2B36EF3C91CE}" destId="{1C9E150B-A22D-422B-9B2F-BC54C612893F}" srcOrd="0" destOrd="0" presId="urn:microsoft.com/office/officeart/2005/8/layout/orgChart1"/>
    <dgm:cxn modelId="{91DAA775-CA0C-4D6E-B0E1-BAB8E5F948CB}" type="presOf" srcId="{B4F0480E-99C3-412D-A1EB-9268800C2147}" destId="{20834E57-27B6-49AD-9C93-3DFA2C2F06FD}" srcOrd="1" destOrd="0" presId="urn:microsoft.com/office/officeart/2005/8/layout/orgChart1"/>
    <dgm:cxn modelId="{441B8C4C-1601-4F21-B731-6FA0C70204A4}" type="presOf" srcId="{AA01AB67-80B0-41E7-9AEC-DCE24D774400}" destId="{0E71E365-B3C1-4D2D-8297-2A7FCF83FB16}" srcOrd="0" destOrd="0" presId="urn:microsoft.com/office/officeart/2005/8/layout/orgChart1"/>
    <dgm:cxn modelId="{B984433F-47D6-4CBB-B76D-22A48C3E173B}" type="presOf" srcId="{E989F4D2-EFBC-475E-8785-0813F965AEBF}" destId="{7A4CEEAE-0AC0-49F1-8A67-16CD378C0998}" srcOrd="0" destOrd="0" presId="urn:microsoft.com/office/officeart/2005/8/layout/orgChart1"/>
    <dgm:cxn modelId="{E83E6B9E-9EFA-4227-8D1F-E373D23E8A42}" type="presOf" srcId="{F047B37F-BB66-459B-82DA-65C555ACF471}" destId="{545B9629-FDC0-4EA7-BC91-008176D47737}" srcOrd="1" destOrd="0" presId="urn:microsoft.com/office/officeart/2005/8/layout/orgChart1"/>
    <dgm:cxn modelId="{D2DA9CC2-2A04-4385-9EF2-E81339A14446}" type="presOf" srcId="{F047B37F-BB66-459B-82DA-65C555ACF471}" destId="{FADE6F37-D289-4738-91EB-1CF4D25A7F24}" srcOrd="0" destOrd="0" presId="urn:microsoft.com/office/officeart/2005/8/layout/orgChart1"/>
    <dgm:cxn modelId="{8EE831BB-EF26-4DC4-A46E-567221DB47D5}" srcId="{FDA6FE24-0284-47F7-8858-7ED59E5E8261}" destId="{B4F0480E-99C3-412D-A1EB-9268800C2147}" srcOrd="0" destOrd="0" parTransId="{D2D91B87-C955-487F-8DA7-7F2FF7D1FE59}" sibTransId="{464BACAD-C275-4402-B7E9-EBD910A4CBB8}"/>
    <dgm:cxn modelId="{09B574AF-613F-4A8D-9D57-17FDDAC0DB40}" type="presOf" srcId="{FECF4346-0A2D-4D63-B9AA-E0354AAE746A}" destId="{D1DD7167-DB6D-474C-B399-83AD8CE3D770}" srcOrd="1" destOrd="0" presId="urn:microsoft.com/office/officeart/2005/8/layout/orgChart1"/>
    <dgm:cxn modelId="{E6926FE0-B2DF-4DB7-B164-3683ABEAC226}" type="presOf" srcId="{AA01AB67-80B0-41E7-9AEC-DCE24D774400}" destId="{90201F93-A15D-46D6-9672-842C16AA0B85}" srcOrd="1" destOrd="0" presId="urn:microsoft.com/office/officeart/2005/8/layout/orgChart1"/>
    <dgm:cxn modelId="{D5A2B94B-5399-4144-9208-247AFC2125D0}" srcId="{B4F0480E-99C3-412D-A1EB-9268800C2147}" destId="{F047B37F-BB66-459B-82DA-65C555ACF471}" srcOrd="4" destOrd="0" parTransId="{34EE0422-AC62-4350-8167-C4E3970678C0}" sibTransId="{4F61EB24-01FC-4A63-B48A-2BAB8FD35DB2}"/>
    <dgm:cxn modelId="{194E5F77-CCB8-4563-AE8D-B9F39BAC7D72}" type="presOf" srcId="{61B1CA25-48F4-4C18-8070-0947DD0E90B0}" destId="{7CCFD320-FC22-4A1C-AC51-312435AAAE0C}" srcOrd="0" destOrd="0" presId="urn:microsoft.com/office/officeart/2005/8/layout/orgChart1"/>
    <dgm:cxn modelId="{0AB1DDE2-B3F3-4EA0-98C7-6BF54BED1ECF}" type="presOf" srcId="{FECF4346-0A2D-4D63-B9AA-E0354AAE746A}" destId="{AD238380-0D0A-4CCD-BEBA-605F02006515}" srcOrd="0" destOrd="0" presId="urn:microsoft.com/office/officeart/2005/8/layout/orgChart1"/>
    <dgm:cxn modelId="{C0037208-17A3-4FBE-B476-B08A2262C6B1}" type="presOf" srcId="{3E4B09E3-CB31-4A06-B067-9555C402C1D8}" destId="{75B72F36-292B-4986-B0C8-D3D04CBBFABC}" srcOrd="0" destOrd="0" presId="urn:microsoft.com/office/officeart/2005/8/layout/orgChart1"/>
    <dgm:cxn modelId="{CAC7F880-C473-4FA6-A107-BCBC85D565A3}" srcId="{B4F0480E-99C3-412D-A1EB-9268800C2147}" destId="{2B2AB142-398B-4340-9FB8-2263CF64EB60}" srcOrd="6" destOrd="0" parTransId="{F77DA9E7-8ADD-4B78-A08E-6CE5CDCC1B10}" sibTransId="{EAC190CB-FE26-4A93-892A-0B3FF193532B}"/>
    <dgm:cxn modelId="{9DC3DB5A-5CD5-4FB3-ADF7-F548BD96A24E}" srcId="{B4F0480E-99C3-412D-A1EB-9268800C2147}" destId="{FECF4346-0A2D-4D63-B9AA-E0354AAE746A}" srcOrd="2" destOrd="0" parTransId="{7E9E0EE2-EE89-4E68-9E81-88FEE3B50223}" sibTransId="{0492FD34-9284-4F72-8B32-EA7106E37EDE}"/>
    <dgm:cxn modelId="{0BCFC06F-BF2E-4962-9768-A9D3E9C67914}" type="presOf" srcId="{F50FE978-AE09-4474-B88F-CB6B9A794622}" destId="{B1506671-EB8E-4675-B1CD-FC79D5F17A89}" srcOrd="0" destOrd="0" presId="urn:microsoft.com/office/officeart/2005/8/layout/orgChart1"/>
    <dgm:cxn modelId="{3574AD5F-6325-4EF8-AB17-FB4E9307A946}" srcId="{B4F0480E-99C3-412D-A1EB-9268800C2147}" destId="{61B1CA25-48F4-4C18-8070-0947DD0E90B0}" srcOrd="0" destOrd="0" parTransId="{555D507B-B361-4A84-8ECC-126D448A516A}" sibTransId="{0700C8A8-B094-488B-81F3-EC8E80ACCFAA}"/>
    <dgm:cxn modelId="{A80352EA-A698-48D3-9EDD-7BADC13AF202}" type="presOf" srcId="{555D507B-B361-4A84-8ECC-126D448A516A}" destId="{ABC3E879-C250-4CC6-97BD-55BD5AAB7DDC}" srcOrd="0" destOrd="0" presId="urn:microsoft.com/office/officeart/2005/8/layout/orgChart1"/>
    <dgm:cxn modelId="{F09022D3-A463-4CF7-8A03-6443934B3DA9}" srcId="{B4F0480E-99C3-412D-A1EB-9268800C2147}" destId="{AA01AB67-80B0-41E7-9AEC-DCE24D774400}" srcOrd="5" destOrd="0" parTransId="{3E4B09E3-CB31-4A06-B067-9555C402C1D8}" sibTransId="{C7F8C569-CB6B-4E03-8561-CF5A185B5407}"/>
    <dgm:cxn modelId="{B721CAE8-825C-45FD-855A-C738BA6D729E}" type="presParOf" srcId="{30314A2B-36D3-49D6-86B2-02700C39364D}" destId="{64F601F1-D7DB-4537-AEEF-F3185BC4EBFB}" srcOrd="0" destOrd="0" presId="urn:microsoft.com/office/officeart/2005/8/layout/orgChart1"/>
    <dgm:cxn modelId="{31C0DC1B-FC1F-4477-B4EA-C070C5063564}" type="presParOf" srcId="{64F601F1-D7DB-4537-AEEF-F3185BC4EBFB}" destId="{A9286949-84A5-4806-B57C-BA59FF659324}" srcOrd="0" destOrd="0" presId="urn:microsoft.com/office/officeart/2005/8/layout/orgChart1"/>
    <dgm:cxn modelId="{A34E0895-32D7-43DF-A50C-09AC47F8D063}" type="presParOf" srcId="{A9286949-84A5-4806-B57C-BA59FF659324}" destId="{B3B393CF-97B1-4EC0-90AC-8C5A2FBD7C99}" srcOrd="0" destOrd="0" presId="urn:microsoft.com/office/officeart/2005/8/layout/orgChart1"/>
    <dgm:cxn modelId="{A14A6E6E-3985-421A-BC59-6631EB207305}" type="presParOf" srcId="{A9286949-84A5-4806-B57C-BA59FF659324}" destId="{20834E57-27B6-49AD-9C93-3DFA2C2F06FD}" srcOrd="1" destOrd="0" presId="urn:microsoft.com/office/officeart/2005/8/layout/orgChart1"/>
    <dgm:cxn modelId="{E936E5C9-F75F-4BF2-AA0D-FAA8803787EB}" type="presParOf" srcId="{64F601F1-D7DB-4537-AEEF-F3185BC4EBFB}" destId="{C5E21D7E-B032-447F-8273-2878CC1F2B00}" srcOrd="1" destOrd="0" presId="urn:microsoft.com/office/officeart/2005/8/layout/orgChart1"/>
    <dgm:cxn modelId="{E52312C4-0A2C-44FB-9750-D39DE16B60CE}" type="presParOf" srcId="{C5E21D7E-B032-447F-8273-2878CC1F2B00}" destId="{D1654E72-A8CD-4820-A13C-94B14355CBAB}" srcOrd="0" destOrd="0" presId="urn:microsoft.com/office/officeart/2005/8/layout/orgChart1"/>
    <dgm:cxn modelId="{7730D187-6772-4C16-B3CC-8D40E0852671}" type="presParOf" srcId="{C5E21D7E-B032-447F-8273-2878CC1F2B00}" destId="{DBD2448E-878C-4A93-B968-8852F1813062}" srcOrd="1" destOrd="0" presId="urn:microsoft.com/office/officeart/2005/8/layout/orgChart1"/>
    <dgm:cxn modelId="{FACFE72A-1784-4D2C-A05B-1AD54423B48D}" type="presParOf" srcId="{DBD2448E-878C-4A93-B968-8852F1813062}" destId="{8C5F4251-E8C4-4138-B994-0DF576E59237}" srcOrd="0" destOrd="0" presId="urn:microsoft.com/office/officeart/2005/8/layout/orgChart1"/>
    <dgm:cxn modelId="{764557A4-8AE1-48BB-AC7F-27576DA70AF6}" type="presParOf" srcId="{8C5F4251-E8C4-4138-B994-0DF576E59237}" destId="{E4B03F4F-1B0D-41EB-BE2F-32B36FE9B38E}" srcOrd="0" destOrd="0" presId="urn:microsoft.com/office/officeart/2005/8/layout/orgChart1"/>
    <dgm:cxn modelId="{C8A4846A-2640-4084-99B5-1DE4114D17B6}" type="presParOf" srcId="{8C5F4251-E8C4-4138-B994-0DF576E59237}" destId="{0375489E-DB72-45FF-9959-F5D68B7BAC11}" srcOrd="1" destOrd="0" presId="urn:microsoft.com/office/officeart/2005/8/layout/orgChart1"/>
    <dgm:cxn modelId="{A36BF4C8-A3B8-4459-8BAF-9ED6824C0FA5}" type="presParOf" srcId="{DBD2448E-878C-4A93-B968-8852F1813062}" destId="{40D15062-1954-462B-9AD9-87223CFCC6CA}" srcOrd="1" destOrd="0" presId="urn:microsoft.com/office/officeart/2005/8/layout/orgChart1"/>
    <dgm:cxn modelId="{1384C7F6-3ED7-4B67-BFEB-EC1430BEEACE}" type="presParOf" srcId="{DBD2448E-878C-4A93-B968-8852F1813062}" destId="{E1D5892C-B12F-40B3-B517-FE04791DC1F6}" srcOrd="2" destOrd="0" presId="urn:microsoft.com/office/officeart/2005/8/layout/orgChart1"/>
    <dgm:cxn modelId="{636084E9-07D0-4C4F-8107-DA9C277D2477}" type="presParOf" srcId="{C5E21D7E-B032-447F-8273-2878CC1F2B00}" destId="{CDFF25A4-60E8-4329-946D-D61CAC3E3864}" srcOrd="2" destOrd="0" presId="urn:microsoft.com/office/officeart/2005/8/layout/orgChart1"/>
    <dgm:cxn modelId="{4B74A39E-4D84-4108-BA2F-973589AE3026}" type="presParOf" srcId="{C5E21D7E-B032-447F-8273-2878CC1F2B00}" destId="{076E1FAC-C5AE-4E89-9064-A43A3953A186}" srcOrd="3" destOrd="0" presId="urn:microsoft.com/office/officeart/2005/8/layout/orgChart1"/>
    <dgm:cxn modelId="{D56EFAC0-E3F6-43C6-86C2-11444763CD2B}" type="presParOf" srcId="{076E1FAC-C5AE-4E89-9064-A43A3953A186}" destId="{879549B9-7C0B-4757-8699-0BDB3E27FE34}" srcOrd="0" destOrd="0" presId="urn:microsoft.com/office/officeart/2005/8/layout/orgChart1"/>
    <dgm:cxn modelId="{A207FBC4-B991-4182-9FF8-D5428D3F8F77}" type="presParOf" srcId="{879549B9-7C0B-4757-8699-0BDB3E27FE34}" destId="{1C9E150B-A22D-422B-9B2F-BC54C612893F}" srcOrd="0" destOrd="0" presId="urn:microsoft.com/office/officeart/2005/8/layout/orgChart1"/>
    <dgm:cxn modelId="{19F4EA67-AA43-4D69-98DD-8DE6C4408E42}" type="presParOf" srcId="{879549B9-7C0B-4757-8699-0BDB3E27FE34}" destId="{31DE873A-1B79-452C-B854-A4D56F23A6D0}" srcOrd="1" destOrd="0" presId="urn:microsoft.com/office/officeart/2005/8/layout/orgChart1"/>
    <dgm:cxn modelId="{6B5D8F9E-72D4-4E7D-94C1-DE9230C6C2A0}" type="presParOf" srcId="{076E1FAC-C5AE-4E89-9064-A43A3953A186}" destId="{BC131C6F-4D40-40D1-AA53-E4399F90991D}" srcOrd="1" destOrd="0" presId="urn:microsoft.com/office/officeart/2005/8/layout/orgChart1"/>
    <dgm:cxn modelId="{E0A0EBC6-5ABE-4D5A-9D92-E1722506047C}" type="presParOf" srcId="{076E1FAC-C5AE-4E89-9064-A43A3953A186}" destId="{A5F111B1-CDC6-4F9D-A17E-04407B221668}" srcOrd="2" destOrd="0" presId="urn:microsoft.com/office/officeart/2005/8/layout/orgChart1"/>
    <dgm:cxn modelId="{4F63FAE0-59F6-4C1A-AE68-A2E14F5202F5}" type="presParOf" srcId="{64F601F1-D7DB-4537-AEEF-F3185BC4EBFB}" destId="{805C17DB-3D51-4A3A-8469-CDC00A5C7345}" srcOrd="2" destOrd="0" presId="urn:microsoft.com/office/officeart/2005/8/layout/orgChart1"/>
    <dgm:cxn modelId="{036A8BE2-E1AA-4BE4-92E5-85947F6D5012}" type="presParOf" srcId="{805C17DB-3D51-4A3A-8469-CDC00A5C7345}" destId="{ABC3E879-C250-4CC6-97BD-55BD5AAB7DDC}" srcOrd="0" destOrd="0" presId="urn:microsoft.com/office/officeart/2005/8/layout/orgChart1"/>
    <dgm:cxn modelId="{4BE85145-4748-498C-B704-94800E0E9E6F}" type="presParOf" srcId="{805C17DB-3D51-4A3A-8469-CDC00A5C7345}" destId="{0E48C660-33CA-45E6-B7F0-BC7C8A3F28C8}" srcOrd="1" destOrd="0" presId="urn:microsoft.com/office/officeart/2005/8/layout/orgChart1"/>
    <dgm:cxn modelId="{BEB8F436-7AAC-48CE-8D24-83E0A7A30E14}" type="presParOf" srcId="{0E48C660-33CA-45E6-B7F0-BC7C8A3F28C8}" destId="{55375066-F19B-4491-BA7F-B2F0658B497A}" srcOrd="0" destOrd="0" presId="urn:microsoft.com/office/officeart/2005/8/layout/orgChart1"/>
    <dgm:cxn modelId="{92C7B079-9463-40C5-8592-FC6025EE14A4}" type="presParOf" srcId="{55375066-F19B-4491-BA7F-B2F0658B497A}" destId="{7CCFD320-FC22-4A1C-AC51-312435AAAE0C}" srcOrd="0" destOrd="0" presId="urn:microsoft.com/office/officeart/2005/8/layout/orgChart1"/>
    <dgm:cxn modelId="{CA61BB68-529A-45BA-8E62-8AD30A41E49B}" type="presParOf" srcId="{55375066-F19B-4491-BA7F-B2F0658B497A}" destId="{C4A7EC44-705B-4E08-8C2B-C45C631E4A88}" srcOrd="1" destOrd="0" presId="urn:microsoft.com/office/officeart/2005/8/layout/orgChart1"/>
    <dgm:cxn modelId="{C771DB2B-5F50-4288-B824-668D426A450A}" type="presParOf" srcId="{0E48C660-33CA-45E6-B7F0-BC7C8A3F28C8}" destId="{C4F56E04-49C6-4EB4-8D0B-E27D8E462C77}" srcOrd="1" destOrd="0" presId="urn:microsoft.com/office/officeart/2005/8/layout/orgChart1"/>
    <dgm:cxn modelId="{1A883D91-975C-4D34-8FC9-DFB6DBA9D7C6}" type="presParOf" srcId="{0E48C660-33CA-45E6-B7F0-BC7C8A3F28C8}" destId="{F5609676-D780-4FC8-B3A9-38D96375C2E1}" srcOrd="2" destOrd="0" presId="urn:microsoft.com/office/officeart/2005/8/layout/orgChart1"/>
    <dgm:cxn modelId="{15532BCA-31A8-43CC-B18E-31125ECF802A}" type="presParOf" srcId="{805C17DB-3D51-4A3A-8469-CDC00A5C7345}" destId="{7A4CEEAE-0AC0-49F1-8A67-16CD378C0998}" srcOrd="2" destOrd="0" presId="urn:microsoft.com/office/officeart/2005/8/layout/orgChart1"/>
    <dgm:cxn modelId="{EAE99958-DF51-4DB1-9F68-B9D72DCBFBFA}" type="presParOf" srcId="{805C17DB-3D51-4A3A-8469-CDC00A5C7345}" destId="{127DC34D-6080-4025-889D-FA8E5A473F68}" srcOrd="3" destOrd="0" presId="urn:microsoft.com/office/officeart/2005/8/layout/orgChart1"/>
    <dgm:cxn modelId="{09E4292E-5EC9-4C81-B2D2-0EB12FBE4467}" type="presParOf" srcId="{127DC34D-6080-4025-889D-FA8E5A473F68}" destId="{894AC6EC-DFD7-410B-8871-17C353340E76}" srcOrd="0" destOrd="0" presId="urn:microsoft.com/office/officeart/2005/8/layout/orgChart1"/>
    <dgm:cxn modelId="{C9319429-B4A5-45BD-A9E7-C399D5F4F3B0}" type="presParOf" srcId="{894AC6EC-DFD7-410B-8871-17C353340E76}" destId="{A253E03E-C8C3-4057-99FF-A0E6F084DFEE}" srcOrd="0" destOrd="0" presId="urn:microsoft.com/office/officeart/2005/8/layout/orgChart1"/>
    <dgm:cxn modelId="{8304481D-F5C4-47E5-B560-F81ED5490FB1}" type="presParOf" srcId="{894AC6EC-DFD7-410B-8871-17C353340E76}" destId="{8AE26996-47DC-471A-B3A8-4108B9EAC940}" srcOrd="1" destOrd="0" presId="urn:microsoft.com/office/officeart/2005/8/layout/orgChart1"/>
    <dgm:cxn modelId="{1BF175E6-7323-462C-8FC2-BAAFD9DD3978}" type="presParOf" srcId="{127DC34D-6080-4025-889D-FA8E5A473F68}" destId="{944B8511-AE93-4647-800A-8834D3BFAA87}" srcOrd="1" destOrd="0" presId="urn:microsoft.com/office/officeart/2005/8/layout/orgChart1"/>
    <dgm:cxn modelId="{1B29A77C-5FF6-44FE-AF1C-4ED3122CDB96}" type="presParOf" srcId="{127DC34D-6080-4025-889D-FA8E5A473F68}" destId="{D8A9F08A-BF11-4B97-B876-E883D71F6298}" srcOrd="2" destOrd="0" presId="urn:microsoft.com/office/officeart/2005/8/layout/orgChart1"/>
    <dgm:cxn modelId="{D57B4ABD-742F-4CEC-87B3-DF3AF76B0B4D}" type="presParOf" srcId="{805C17DB-3D51-4A3A-8469-CDC00A5C7345}" destId="{089CE549-BB49-468B-AB03-02CBD967923B}" srcOrd="4" destOrd="0" presId="urn:microsoft.com/office/officeart/2005/8/layout/orgChart1"/>
    <dgm:cxn modelId="{B07E5FE9-CACB-4838-86B1-5F6A3CE9B0B0}" type="presParOf" srcId="{805C17DB-3D51-4A3A-8469-CDC00A5C7345}" destId="{660FF301-F836-40FF-9B5C-E92A9F1C4A72}" srcOrd="5" destOrd="0" presId="urn:microsoft.com/office/officeart/2005/8/layout/orgChart1"/>
    <dgm:cxn modelId="{1AE7EBFD-EE9D-43FB-96EA-67A167EDCE75}" type="presParOf" srcId="{660FF301-F836-40FF-9B5C-E92A9F1C4A72}" destId="{CE5D4671-776F-4CFF-8137-56886F7962A5}" srcOrd="0" destOrd="0" presId="urn:microsoft.com/office/officeart/2005/8/layout/orgChart1"/>
    <dgm:cxn modelId="{45D8107D-827D-42FC-BC09-3722B7B0B5E2}" type="presParOf" srcId="{CE5D4671-776F-4CFF-8137-56886F7962A5}" destId="{AD238380-0D0A-4CCD-BEBA-605F02006515}" srcOrd="0" destOrd="0" presId="urn:microsoft.com/office/officeart/2005/8/layout/orgChart1"/>
    <dgm:cxn modelId="{10BC0D35-55A1-4926-8FDC-1DB2A338EA4F}" type="presParOf" srcId="{CE5D4671-776F-4CFF-8137-56886F7962A5}" destId="{D1DD7167-DB6D-474C-B399-83AD8CE3D770}" srcOrd="1" destOrd="0" presId="urn:microsoft.com/office/officeart/2005/8/layout/orgChart1"/>
    <dgm:cxn modelId="{CA3A06BD-73DF-495C-A0B7-04EB6456ECFF}" type="presParOf" srcId="{660FF301-F836-40FF-9B5C-E92A9F1C4A72}" destId="{B1E501CD-6669-4F7C-8CB8-2C6417016ACC}" srcOrd="1" destOrd="0" presId="urn:microsoft.com/office/officeart/2005/8/layout/orgChart1"/>
    <dgm:cxn modelId="{EDF306F3-6646-4DD6-BF4E-D98BC7CB23C8}" type="presParOf" srcId="{660FF301-F836-40FF-9B5C-E92A9F1C4A72}" destId="{3A5EB85D-F849-4495-8DB7-1C5E1AEBE2B5}" srcOrd="2" destOrd="0" presId="urn:microsoft.com/office/officeart/2005/8/layout/orgChart1"/>
    <dgm:cxn modelId="{5280368F-7FFA-44F0-AFA1-E4E02C7C1DAD}" type="presParOf" srcId="{805C17DB-3D51-4A3A-8469-CDC00A5C7345}" destId="{B1506671-EB8E-4675-B1CD-FC79D5F17A89}" srcOrd="6" destOrd="0" presId="urn:microsoft.com/office/officeart/2005/8/layout/orgChart1"/>
    <dgm:cxn modelId="{895F027A-E7A0-4B28-9F85-D720B021146F}" type="presParOf" srcId="{805C17DB-3D51-4A3A-8469-CDC00A5C7345}" destId="{93536C36-4B4E-48AD-A180-2994C0AFA33B}" srcOrd="7" destOrd="0" presId="urn:microsoft.com/office/officeart/2005/8/layout/orgChart1"/>
    <dgm:cxn modelId="{DD4A9518-5E08-4936-828B-F8FA107E24CA}" type="presParOf" srcId="{93536C36-4B4E-48AD-A180-2994C0AFA33B}" destId="{0135FE4C-6DEF-4CB2-807A-552415A963FE}" srcOrd="0" destOrd="0" presId="urn:microsoft.com/office/officeart/2005/8/layout/orgChart1"/>
    <dgm:cxn modelId="{374F1DB0-4D67-4D93-B959-F99EB739F961}" type="presParOf" srcId="{0135FE4C-6DEF-4CB2-807A-552415A963FE}" destId="{B27F8C60-AE97-4905-AF14-68765E8BDAB9}" srcOrd="0" destOrd="0" presId="urn:microsoft.com/office/officeart/2005/8/layout/orgChart1"/>
    <dgm:cxn modelId="{A43CD670-C0EA-4BD4-81F5-D371005C50E0}" type="presParOf" srcId="{0135FE4C-6DEF-4CB2-807A-552415A963FE}" destId="{AEE43353-4977-42CD-8656-DC9684695BB8}" srcOrd="1" destOrd="0" presId="urn:microsoft.com/office/officeart/2005/8/layout/orgChart1"/>
    <dgm:cxn modelId="{28BA9E80-73B2-4B41-B416-DF218ED9B00E}" type="presParOf" srcId="{93536C36-4B4E-48AD-A180-2994C0AFA33B}" destId="{181ED05A-E088-4D0B-8216-AC32946E6DD3}" srcOrd="1" destOrd="0" presId="urn:microsoft.com/office/officeart/2005/8/layout/orgChart1"/>
    <dgm:cxn modelId="{518D0180-1CDC-49EC-A274-8C97487C4EFD}" type="presParOf" srcId="{93536C36-4B4E-48AD-A180-2994C0AFA33B}" destId="{9A37BC17-3166-4EEB-A9B3-71A61E5777E3}" srcOrd="2" destOrd="0" presId="urn:microsoft.com/office/officeart/2005/8/layout/orgChart1"/>
    <dgm:cxn modelId="{9C987128-47BD-4FDE-B9A9-5CC4FD7B3E75}" type="presParOf" srcId="{805C17DB-3D51-4A3A-8469-CDC00A5C7345}" destId="{07589661-7BA8-46B3-B254-875C6DF8C8EE}" srcOrd="8" destOrd="0" presId="urn:microsoft.com/office/officeart/2005/8/layout/orgChart1"/>
    <dgm:cxn modelId="{F2F80C0E-1473-4379-A1D6-C29FA8180998}" type="presParOf" srcId="{805C17DB-3D51-4A3A-8469-CDC00A5C7345}" destId="{C4E4F58D-B48A-4B59-A7CE-E2C99AE030B4}" srcOrd="9" destOrd="0" presId="urn:microsoft.com/office/officeart/2005/8/layout/orgChart1"/>
    <dgm:cxn modelId="{4A2B8A04-C7D3-4365-AE59-4D326DC58273}" type="presParOf" srcId="{C4E4F58D-B48A-4B59-A7CE-E2C99AE030B4}" destId="{FDB7768B-2884-4BE1-B03D-B11A9C5395F2}" srcOrd="0" destOrd="0" presId="urn:microsoft.com/office/officeart/2005/8/layout/orgChart1"/>
    <dgm:cxn modelId="{D386A963-F155-4BDF-A92C-7AFF51A28058}" type="presParOf" srcId="{FDB7768B-2884-4BE1-B03D-B11A9C5395F2}" destId="{FADE6F37-D289-4738-91EB-1CF4D25A7F24}" srcOrd="0" destOrd="0" presId="urn:microsoft.com/office/officeart/2005/8/layout/orgChart1"/>
    <dgm:cxn modelId="{1FFCFB8F-4FFC-435C-BCAC-DFA6989C8C42}" type="presParOf" srcId="{FDB7768B-2884-4BE1-B03D-B11A9C5395F2}" destId="{545B9629-FDC0-4EA7-BC91-008176D47737}" srcOrd="1" destOrd="0" presId="urn:microsoft.com/office/officeart/2005/8/layout/orgChart1"/>
    <dgm:cxn modelId="{281CDFAB-E04F-463B-A58D-0A9E47B5B8CD}" type="presParOf" srcId="{C4E4F58D-B48A-4B59-A7CE-E2C99AE030B4}" destId="{91EF9C65-EC18-4B74-8AD2-76F2A62E3845}" srcOrd="1" destOrd="0" presId="urn:microsoft.com/office/officeart/2005/8/layout/orgChart1"/>
    <dgm:cxn modelId="{24F7CBFD-3096-48C2-93C5-D31DE35AF93C}" type="presParOf" srcId="{C4E4F58D-B48A-4B59-A7CE-E2C99AE030B4}" destId="{DD510C0B-BBE9-41DA-B74B-F1505B60A4CF}" srcOrd="2" destOrd="0" presId="urn:microsoft.com/office/officeart/2005/8/layout/orgChart1"/>
    <dgm:cxn modelId="{88FDF392-7B09-4A22-BB1D-F69C604DBBAB}" type="presParOf" srcId="{805C17DB-3D51-4A3A-8469-CDC00A5C7345}" destId="{75B72F36-292B-4986-B0C8-D3D04CBBFABC}" srcOrd="10" destOrd="0" presId="urn:microsoft.com/office/officeart/2005/8/layout/orgChart1"/>
    <dgm:cxn modelId="{795E7CAD-8472-4F45-A4B7-DA5BA4E9A2CF}" type="presParOf" srcId="{805C17DB-3D51-4A3A-8469-CDC00A5C7345}" destId="{E4E614DF-0867-4721-8124-FCF06B974707}" srcOrd="11" destOrd="0" presId="urn:microsoft.com/office/officeart/2005/8/layout/orgChart1"/>
    <dgm:cxn modelId="{AB31DBD1-3470-4F53-96DE-DD0E14BC17ED}" type="presParOf" srcId="{E4E614DF-0867-4721-8124-FCF06B974707}" destId="{10D7665B-5B1C-4AE5-A305-A104B3506387}" srcOrd="0" destOrd="0" presId="urn:microsoft.com/office/officeart/2005/8/layout/orgChart1"/>
    <dgm:cxn modelId="{190AC4ED-5AAD-40C1-95E6-3E47DA4593CC}" type="presParOf" srcId="{10D7665B-5B1C-4AE5-A305-A104B3506387}" destId="{0E71E365-B3C1-4D2D-8297-2A7FCF83FB16}" srcOrd="0" destOrd="0" presId="urn:microsoft.com/office/officeart/2005/8/layout/orgChart1"/>
    <dgm:cxn modelId="{30A34178-6346-47BE-A74E-FF059869B4B8}" type="presParOf" srcId="{10D7665B-5B1C-4AE5-A305-A104B3506387}" destId="{90201F93-A15D-46D6-9672-842C16AA0B85}" srcOrd="1" destOrd="0" presId="urn:microsoft.com/office/officeart/2005/8/layout/orgChart1"/>
    <dgm:cxn modelId="{4DD1DF5A-2C48-4A2A-8C11-7F9FF7F28332}" type="presParOf" srcId="{E4E614DF-0867-4721-8124-FCF06B974707}" destId="{AF071182-9A77-433F-9137-6239710A104B}" srcOrd="1" destOrd="0" presId="urn:microsoft.com/office/officeart/2005/8/layout/orgChart1"/>
    <dgm:cxn modelId="{4FB8C5DA-D28C-4A57-BEA3-69F663D17570}" type="presParOf" srcId="{E4E614DF-0867-4721-8124-FCF06B974707}" destId="{245F0C9F-DB9F-4DC5-9695-EE83D81A060F}" srcOrd="2" destOrd="0" presId="urn:microsoft.com/office/officeart/2005/8/layout/orgChart1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44E9D9-91A7-442E-9861-E026E9507090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97B0288-5BEF-4B20-BC98-71FA9C347BC6}">
      <dgm:prSet phldrT="[Text]" custT="1"/>
      <dgm:spPr/>
      <dgm:t>
        <a:bodyPr/>
        <a:lstStyle/>
        <a:p>
          <a:r>
            <a:rPr lang="sq-AL" sz="3200" noProof="0" dirty="0" smtClean="0"/>
            <a:t>Kategorizimi</a:t>
          </a:r>
          <a:endParaRPr lang="sq-AL" sz="3200" noProof="0" dirty="0"/>
        </a:p>
      </dgm:t>
    </dgm:pt>
    <dgm:pt modelId="{34D13A7E-C3FA-42CE-B512-6C2DDC6AD497}" type="parTrans" cxnId="{503813D7-ADCD-43E0-A5DB-7A9AD33CECBC}">
      <dgm:prSet/>
      <dgm:spPr/>
      <dgm:t>
        <a:bodyPr/>
        <a:lstStyle/>
        <a:p>
          <a:endParaRPr lang="en-US"/>
        </a:p>
      </dgm:t>
    </dgm:pt>
    <dgm:pt modelId="{54260FB4-D579-4AED-A3E3-3595E0E64F97}" type="sibTrans" cxnId="{503813D7-ADCD-43E0-A5DB-7A9AD33CECBC}">
      <dgm:prSet/>
      <dgm:spPr/>
      <dgm:t>
        <a:bodyPr/>
        <a:lstStyle/>
        <a:p>
          <a:endParaRPr lang="en-US"/>
        </a:p>
      </dgm:t>
    </dgm:pt>
    <dgm:pt modelId="{148EAE1C-DA0F-4855-81F8-7392E5A55AD9}" type="asst">
      <dgm:prSet phldrT="[Text]"/>
      <dgm:spPr/>
      <dgm:t>
        <a:bodyPr/>
        <a:lstStyle/>
        <a:p>
          <a:r>
            <a:rPr lang="sq-AL" noProof="0" dirty="0" smtClean="0"/>
            <a:t>Standardet hartografike</a:t>
          </a:r>
          <a:endParaRPr lang="sq-AL" noProof="0" dirty="0"/>
        </a:p>
      </dgm:t>
    </dgm:pt>
    <dgm:pt modelId="{0B2B5E4B-21C1-4B78-A9F8-B3DAE06E5C69}" type="parTrans" cxnId="{1F2187AE-24BA-48E6-B787-FCED441491F3}">
      <dgm:prSet/>
      <dgm:spPr/>
      <dgm:t>
        <a:bodyPr/>
        <a:lstStyle/>
        <a:p>
          <a:endParaRPr lang="en-US"/>
        </a:p>
      </dgm:t>
    </dgm:pt>
    <dgm:pt modelId="{BAEDEE45-4FCA-45E8-9729-48F0035DF45D}" type="sibTrans" cxnId="{1F2187AE-24BA-48E6-B787-FCED441491F3}">
      <dgm:prSet/>
      <dgm:spPr/>
      <dgm:t>
        <a:bodyPr/>
        <a:lstStyle/>
        <a:p>
          <a:endParaRPr lang="en-US"/>
        </a:p>
      </dgm:t>
    </dgm:pt>
    <dgm:pt modelId="{028526E0-B5D3-4206-8F89-A5EF3AA7F770}">
      <dgm:prSet phldrT="[Text]"/>
      <dgm:spPr/>
      <dgm:t>
        <a:bodyPr/>
        <a:lstStyle/>
        <a:p>
          <a:r>
            <a:rPr lang="sq-AL" noProof="0" dirty="0" smtClean="0"/>
            <a:t>Karakteristikat e terrenit</a:t>
          </a:r>
          <a:endParaRPr lang="sq-AL" noProof="0" dirty="0"/>
        </a:p>
      </dgm:t>
    </dgm:pt>
    <dgm:pt modelId="{A61D246A-D673-47E5-9F60-839085CAE1DA}" type="parTrans" cxnId="{8373C419-D78D-4482-AE60-3704CEE1D20D}">
      <dgm:prSet/>
      <dgm:spPr/>
      <dgm:t>
        <a:bodyPr/>
        <a:lstStyle/>
        <a:p>
          <a:endParaRPr lang="en-US"/>
        </a:p>
      </dgm:t>
    </dgm:pt>
    <dgm:pt modelId="{7F6F3721-C27A-443C-B5FC-B3E40E4A7EC1}" type="sibTrans" cxnId="{8373C419-D78D-4482-AE60-3704CEE1D20D}">
      <dgm:prSet/>
      <dgm:spPr/>
      <dgm:t>
        <a:bodyPr/>
        <a:lstStyle/>
        <a:p>
          <a:endParaRPr lang="en-US"/>
        </a:p>
      </dgm:t>
    </dgm:pt>
    <dgm:pt modelId="{CAB4A502-3D90-45D4-9B01-1C71B1E1F7BB}" type="asst">
      <dgm:prSet phldrT="[Text]"/>
      <dgm:spPr/>
      <dgm:t>
        <a:bodyPr/>
        <a:lstStyle/>
        <a:p>
          <a:r>
            <a:rPr lang="sq-AL" noProof="0" smtClean="0"/>
            <a:t>Tradita hartografike</a:t>
          </a:r>
          <a:endParaRPr lang="sq-AL" noProof="0"/>
        </a:p>
      </dgm:t>
    </dgm:pt>
    <dgm:pt modelId="{110FCF6F-BF59-4B7A-853E-706732F232BC}" type="parTrans" cxnId="{AD9355A5-5F7A-47AF-BAE8-FCF6234F5229}">
      <dgm:prSet/>
      <dgm:spPr/>
      <dgm:t>
        <a:bodyPr/>
        <a:lstStyle/>
        <a:p>
          <a:endParaRPr lang="en-US"/>
        </a:p>
      </dgm:t>
    </dgm:pt>
    <dgm:pt modelId="{B17721D6-C439-4E8C-BFDF-4468FAE63A01}" type="sibTrans" cxnId="{AD9355A5-5F7A-47AF-BAE8-FCF6234F5229}">
      <dgm:prSet/>
      <dgm:spPr/>
      <dgm:t>
        <a:bodyPr/>
        <a:lstStyle/>
        <a:p>
          <a:endParaRPr lang="en-US"/>
        </a:p>
      </dgm:t>
    </dgm:pt>
    <dgm:pt modelId="{18FFFF43-1E4C-43A6-8427-63A322C72AE1}" type="pres">
      <dgm:prSet presAssocID="{8444E9D9-91A7-442E-9861-E026E950709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A8AF6D2A-E66D-4DBB-A117-51DD0C955E95}" type="pres">
      <dgm:prSet presAssocID="{597B0288-5BEF-4B20-BC98-71FA9C347BC6}" presName="hierRoot1" presStyleCnt="0">
        <dgm:presLayoutVars>
          <dgm:hierBranch val="init"/>
        </dgm:presLayoutVars>
      </dgm:prSet>
      <dgm:spPr/>
    </dgm:pt>
    <dgm:pt modelId="{9BCCFB1B-634D-437C-93DE-31A3D2EE035A}" type="pres">
      <dgm:prSet presAssocID="{597B0288-5BEF-4B20-BC98-71FA9C347BC6}" presName="rootComposite1" presStyleCnt="0"/>
      <dgm:spPr/>
    </dgm:pt>
    <dgm:pt modelId="{045C4A32-CCFF-4856-A0A4-2CA7D7D8ACF8}" type="pres">
      <dgm:prSet presAssocID="{597B0288-5BEF-4B20-BC98-71FA9C347BC6}" presName="rootText1" presStyleLbl="node0" presStyleIdx="0" presStyleCnt="1" custScaleX="134432" custScaleY="13317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F1D9771-1200-47A6-9F19-A9F98330879F}" type="pres">
      <dgm:prSet presAssocID="{597B0288-5BEF-4B20-BC98-71FA9C347BC6}" presName="rootConnector1" presStyleLbl="node1" presStyleIdx="0" presStyleCnt="0"/>
      <dgm:spPr/>
      <dgm:t>
        <a:bodyPr/>
        <a:lstStyle/>
        <a:p>
          <a:endParaRPr lang="en-US"/>
        </a:p>
      </dgm:t>
    </dgm:pt>
    <dgm:pt modelId="{55AD88EC-082C-422D-A308-36F64C081E0F}" type="pres">
      <dgm:prSet presAssocID="{597B0288-5BEF-4B20-BC98-71FA9C347BC6}" presName="hierChild2" presStyleCnt="0"/>
      <dgm:spPr/>
    </dgm:pt>
    <dgm:pt modelId="{60D14E99-9C59-4CC9-99CF-4A16448DE5FC}" type="pres">
      <dgm:prSet presAssocID="{A61D246A-D673-47E5-9F60-839085CAE1DA}" presName="Name37" presStyleLbl="parChTrans1D2" presStyleIdx="0" presStyleCnt="3"/>
      <dgm:spPr/>
      <dgm:t>
        <a:bodyPr/>
        <a:lstStyle/>
        <a:p>
          <a:endParaRPr lang="en-US"/>
        </a:p>
      </dgm:t>
    </dgm:pt>
    <dgm:pt modelId="{DE7D7C97-BC5B-4F47-B836-1AEF017A3D78}" type="pres">
      <dgm:prSet presAssocID="{028526E0-B5D3-4206-8F89-A5EF3AA7F770}" presName="hierRoot2" presStyleCnt="0">
        <dgm:presLayoutVars>
          <dgm:hierBranch val="init"/>
        </dgm:presLayoutVars>
      </dgm:prSet>
      <dgm:spPr/>
    </dgm:pt>
    <dgm:pt modelId="{F11EF043-3614-42F7-B7E5-74A0688F7089}" type="pres">
      <dgm:prSet presAssocID="{028526E0-B5D3-4206-8F89-A5EF3AA7F770}" presName="rootComposite" presStyleCnt="0"/>
      <dgm:spPr/>
    </dgm:pt>
    <dgm:pt modelId="{319057EC-7B97-4569-8CC2-7018414FEC12}" type="pres">
      <dgm:prSet presAssocID="{028526E0-B5D3-4206-8F89-A5EF3AA7F770}" presName="rootText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CF466F0-576B-43F6-A57D-5DC0BE0332AC}" type="pres">
      <dgm:prSet presAssocID="{028526E0-B5D3-4206-8F89-A5EF3AA7F770}" presName="rootConnector" presStyleLbl="node2" presStyleIdx="0" presStyleCnt="1"/>
      <dgm:spPr/>
      <dgm:t>
        <a:bodyPr/>
        <a:lstStyle/>
        <a:p>
          <a:endParaRPr lang="en-US"/>
        </a:p>
      </dgm:t>
    </dgm:pt>
    <dgm:pt modelId="{5E0BD73A-E942-4CC4-A489-508EA44D65C8}" type="pres">
      <dgm:prSet presAssocID="{028526E0-B5D3-4206-8F89-A5EF3AA7F770}" presName="hierChild4" presStyleCnt="0"/>
      <dgm:spPr/>
    </dgm:pt>
    <dgm:pt modelId="{CB55FBFA-E3CB-4702-83E0-73D701D44991}" type="pres">
      <dgm:prSet presAssocID="{028526E0-B5D3-4206-8F89-A5EF3AA7F770}" presName="hierChild5" presStyleCnt="0"/>
      <dgm:spPr/>
    </dgm:pt>
    <dgm:pt modelId="{06A51ABD-B24C-4B0F-84BE-71AA06C799A6}" type="pres">
      <dgm:prSet presAssocID="{597B0288-5BEF-4B20-BC98-71FA9C347BC6}" presName="hierChild3" presStyleCnt="0"/>
      <dgm:spPr/>
    </dgm:pt>
    <dgm:pt modelId="{063AF308-5EA1-4E13-8D48-39268BC9912C}" type="pres">
      <dgm:prSet presAssocID="{0B2B5E4B-21C1-4B78-A9F8-B3DAE06E5C69}" presName="Name111" presStyleLbl="parChTrans1D2" presStyleIdx="1" presStyleCnt="3"/>
      <dgm:spPr/>
      <dgm:t>
        <a:bodyPr/>
        <a:lstStyle/>
        <a:p>
          <a:endParaRPr lang="en-US"/>
        </a:p>
      </dgm:t>
    </dgm:pt>
    <dgm:pt modelId="{B9EE2308-5E11-48EF-B1C9-D1E5ED6540FB}" type="pres">
      <dgm:prSet presAssocID="{148EAE1C-DA0F-4855-81F8-7392E5A55AD9}" presName="hierRoot3" presStyleCnt="0">
        <dgm:presLayoutVars>
          <dgm:hierBranch val="init"/>
        </dgm:presLayoutVars>
      </dgm:prSet>
      <dgm:spPr/>
    </dgm:pt>
    <dgm:pt modelId="{8CD24146-7B23-4A85-94ED-8DD6328D98F5}" type="pres">
      <dgm:prSet presAssocID="{148EAE1C-DA0F-4855-81F8-7392E5A55AD9}" presName="rootComposite3" presStyleCnt="0"/>
      <dgm:spPr/>
    </dgm:pt>
    <dgm:pt modelId="{41B5D82C-E413-4704-9D37-65B1F6AFECBA}" type="pres">
      <dgm:prSet presAssocID="{148EAE1C-DA0F-4855-81F8-7392E5A55AD9}" presName="rootText3" presStyleLbl="asst1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610815A-F5CD-4B18-97B5-09F63D092D98}" type="pres">
      <dgm:prSet presAssocID="{148EAE1C-DA0F-4855-81F8-7392E5A55AD9}" presName="rootConnector3" presStyleLbl="asst1" presStyleIdx="0" presStyleCnt="2"/>
      <dgm:spPr/>
      <dgm:t>
        <a:bodyPr/>
        <a:lstStyle/>
        <a:p>
          <a:endParaRPr lang="en-US"/>
        </a:p>
      </dgm:t>
    </dgm:pt>
    <dgm:pt modelId="{1243876D-96A9-4312-B886-1DD94659F736}" type="pres">
      <dgm:prSet presAssocID="{148EAE1C-DA0F-4855-81F8-7392E5A55AD9}" presName="hierChild6" presStyleCnt="0"/>
      <dgm:spPr/>
    </dgm:pt>
    <dgm:pt modelId="{EDDCE598-31FC-44D5-9BAD-D3C90BD0F907}" type="pres">
      <dgm:prSet presAssocID="{148EAE1C-DA0F-4855-81F8-7392E5A55AD9}" presName="hierChild7" presStyleCnt="0"/>
      <dgm:spPr/>
    </dgm:pt>
    <dgm:pt modelId="{65DB8313-6154-4220-A274-1D8FBD28DD40}" type="pres">
      <dgm:prSet presAssocID="{110FCF6F-BF59-4B7A-853E-706732F232BC}" presName="Name111" presStyleLbl="parChTrans1D2" presStyleIdx="2" presStyleCnt="3"/>
      <dgm:spPr/>
      <dgm:t>
        <a:bodyPr/>
        <a:lstStyle/>
        <a:p>
          <a:endParaRPr lang="en-US"/>
        </a:p>
      </dgm:t>
    </dgm:pt>
    <dgm:pt modelId="{E7D48D34-C132-4DF7-8DEB-6FA5D8BF665E}" type="pres">
      <dgm:prSet presAssocID="{CAB4A502-3D90-45D4-9B01-1C71B1E1F7BB}" presName="hierRoot3" presStyleCnt="0">
        <dgm:presLayoutVars>
          <dgm:hierBranch val="init"/>
        </dgm:presLayoutVars>
      </dgm:prSet>
      <dgm:spPr/>
    </dgm:pt>
    <dgm:pt modelId="{2B2DE806-D866-44FE-8209-2DB88A8E37C2}" type="pres">
      <dgm:prSet presAssocID="{CAB4A502-3D90-45D4-9B01-1C71B1E1F7BB}" presName="rootComposite3" presStyleCnt="0"/>
      <dgm:spPr/>
    </dgm:pt>
    <dgm:pt modelId="{F44FF9E9-B385-40EA-AA5D-C8D57B01C778}" type="pres">
      <dgm:prSet presAssocID="{CAB4A502-3D90-45D4-9B01-1C71B1E1F7BB}" presName="rootText3" presStyleLbl="asst1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BB911D4-FACC-423E-99B6-A0E9FD999E46}" type="pres">
      <dgm:prSet presAssocID="{CAB4A502-3D90-45D4-9B01-1C71B1E1F7BB}" presName="rootConnector3" presStyleLbl="asst1" presStyleIdx="1" presStyleCnt="2"/>
      <dgm:spPr/>
      <dgm:t>
        <a:bodyPr/>
        <a:lstStyle/>
        <a:p>
          <a:endParaRPr lang="en-US"/>
        </a:p>
      </dgm:t>
    </dgm:pt>
    <dgm:pt modelId="{D6269F0A-5089-4887-8892-B21961D4EB86}" type="pres">
      <dgm:prSet presAssocID="{CAB4A502-3D90-45D4-9B01-1C71B1E1F7BB}" presName="hierChild6" presStyleCnt="0"/>
      <dgm:spPr/>
    </dgm:pt>
    <dgm:pt modelId="{87FFD921-6728-4FD0-B11E-134598EFFF71}" type="pres">
      <dgm:prSet presAssocID="{CAB4A502-3D90-45D4-9B01-1C71B1E1F7BB}" presName="hierChild7" presStyleCnt="0"/>
      <dgm:spPr/>
    </dgm:pt>
  </dgm:ptLst>
  <dgm:cxnLst>
    <dgm:cxn modelId="{95D8AC70-CD4A-4A73-BE34-66E2728C7E22}" type="presOf" srcId="{CAB4A502-3D90-45D4-9B01-1C71B1E1F7BB}" destId="{7BB911D4-FACC-423E-99B6-A0E9FD999E46}" srcOrd="1" destOrd="0" presId="urn:microsoft.com/office/officeart/2005/8/layout/orgChart1"/>
    <dgm:cxn modelId="{ABD08C72-5E40-416B-9DFA-2E088285E41B}" type="presOf" srcId="{028526E0-B5D3-4206-8F89-A5EF3AA7F770}" destId="{319057EC-7B97-4569-8CC2-7018414FEC12}" srcOrd="0" destOrd="0" presId="urn:microsoft.com/office/officeart/2005/8/layout/orgChart1"/>
    <dgm:cxn modelId="{1B1989B8-94CC-474C-B8C0-0C2444CCC347}" type="presOf" srcId="{028526E0-B5D3-4206-8F89-A5EF3AA7F770}" destId="{FCF466F0-576B-43F6-A57D-5DC0BE0332AC}" srcOrd="1" destOrd="0" presId="urn:microsoft.com/office/officeart/2005/8/layout/orgChart1"/>
    <dgm:cxn modelId="{503813D7-ADCD-43E0-A5DB-7A9AD33CECBC}" srcId="{8444E9D9-91A7-442E-9861-E026E9507090}" destId="{597B0288-5BEF-4B20-BC98-71FA9C347BC6}" srcOrd="0" destOrd="0" parTransId="{34D13A7E-C3FA-42CE-B512-6C2DDC6AD497}" sibTransId="{54260FB4-D579-4AED-A3E3-3595E0E64F97}"/>
    <dgm:cxn modelId="{8373C419-D78D-4482-AE60-3704CEE1D20D}" srcId="{597B0288-5BEF-4B20-BC98-71FA9C347BC6}" destId="{028526E0-B5D3-4206-8F89-A5EF3AA7F770}" srcOrd="2" destOrd="0" parTransId="{A61D246A-D673-47E5-9F60-839085CAE1DA}" sibTransId="{7F6F3721-C27A-443C-B5FC-B3E40E4A7EC1}"/>
    <dgm:cxn modelId="{2F8C1FA2-CE1E-4A56-A831-50F2CC612222}" type="presOf" srcId="{148EAE1C-DA0F-4855-81F8-7392E5A55AD9}" destId="{41B5D82C-E413-4704-9D37-65B1F6AFECBA}" srcOrd="0" destOrd="0" presId="urn:microsoft.com/office/officeart/2005/8/layout/orgChart1"/>
    <dgm:cxn modelId="{FD93774B-7A89-4216-992B-52BBF8500E8F}" type="presOf" srcId="{597B0288-5BEF-4B20-BC98-71FA9C347BC6}" destId="{0F1D9771-1200-47A6-9F19-A9F98330879F}" srcOrd="1" destOrd="0" presId="urn:microsoft.com/office/officeart/2005/8/layout/orgChart1"/>
    <dgm:cxn modelId="{28301242-5DBA-4997-870C-AD9799536470}" type="presOf" srcId="{0B2B5E4B-21C1-4B78-A9F8-B3DAE06E5C69}" destId="{063AF308-5EA1-4E13-8D48-39268BC9912C}" srcOrd="0" destOrd="0" presId="urn:microsoft.com/office/officeart/2005/8/layout/orgChart1"/>
    <dgm:cxn modelId="{73BF76C9-5BC2-4ADD-9A09-4A94BA3A0CD6}" type="presOf" srcId="{CAB4A502-3D90-45D4-9B01-1C71B1E1F7BB}" destId="{F44FF9E9-B385-40EA-AA5D-C8D57B01C778}" srcOrd="0" destOrd="0" presId="urn:microsoft.com/office/officeart/2005/8/layout/orgChart1"/>
    <dgm:cxn modelId="{4FA8CAF9-05BE-4C0E-B4FD-7B86B8BDCAF7}" type="presOf" srcId="{597B0288-5BEF-4B20-BC98-71FA9C347BC6}" destId="{045C4A32-CCFF-4856-A0A4-2CA7D7D8ACF8}" srcOrd="0" destOrd="0" presId="urn:microsoft.com/office/officeart/2005/8/layout/orgChart1"/>
    <dgm:cxn modelId="{25BB3DF7-837F-4590-8B78-3A1EFE1C0EBF}" type="presOf" srcId="{110FCF6F-BF59-4B7A-853E-706732F232BC}" destId="{65DB8313-6154-4220-A274-1D8FBD28DD40}" srcOrd="0" destOrd="0" presId="urn:microsoft.com/office/officeart/2005/8/layout/orgChart1"/>
    <dgm:cxn modelId="{01B4CFD2-CCFF-406E-A8ED-70DEFFC3AD83}" type="presOf" srcId="{A61D246A-D673-47E5-9F60-839085CAE1DA}" destId="{60D14E99-9C59-4CC9-99CF-4A16448DE5FC}" srcOrd="0" destOrd="0" presId="urn:microsoft.com/office/officeart/2005/8/layout/orgChart1"/>
    <dgm:cxn modelId="{A7CAD026-7CB3-4AC6-A5C9-1C82CE213AB7}" type="presOf" srcId="{8444E9D9-91A7-442E-9861-E026E9507090}" destId="{18FFFF43-1E4C-43A6-8427-63A322C72AE1}" srcOrd="0" destOrd="0" presId="urn:microsoft.com/office/officeart/2005/8/layout/orgChart1"/>
    <dgm:cxn modelId="{1F2187AE-24BA-48E6-B787-FCED441491F3}" srcId="{597B0288-5BEF-4B20-BC98-71FA9C347BC6}" destId="{148EAE1C-DA0F-4855-81F8-7392E5A55AD9}" srcOrd="0" destOrd="0" parTransId="{0B2B5E4B-21C1-4B78-A9F8-B3DAE06E5C69}" sibTransId="{BAEDEE45-4FCA-45E8-9729-48F0035DF45D}"/>
    <dgm:cxn modelId="{651649B3-2133-46F3-9184-FB39ADD80086}" type="presOf" srcId="{148EAE1C-DA0F-4855-81F8-7392E5A55AD9}" destId="{B610815A-F5CD-4B18-97B5-09F63D092D98}" srcOrd="1" destOrd="0" presId="urn:microsoft.com/office/officeart/2005/8/layout/orgChart1"/>
    <dgm:cxn modelId="{AD9355A5-5F7A-47AF-BAE8-FCF6234F5229}" srcId="{597B0288-5BEF-4B20-BC98-71FA9C347BC6}" destId="{CAB4A502-3D90-45D4-9B01-1C71B1E1F7BB}" srcOrd="1" destOrd="0" parTransId="{110FCF6F-BF59-4B7A-853E-706732F232BC}" sibTransId="{B17721D6-C439-4E8C-BFDF-4468FAE63A01}"/>
    <dgm:cxn modelId="{BC6EED8D-2702-4EBF-BD09-F7D86F8D7CB7}" type="presParOf" srcId="{18FFFF43-1E4C-43A6-8427-63A322C72AE1}" destId="{A8AF6D2A-E66D-4DBB-A117-51DD0C955E95}" srcOrd="0" destOrd="0" presId="urn:microsoft.com/office/officeart/2005/8/layout/orgChart1"/>
    <dgm:cxn modelId="{D0E874CD-C89F-4866-888D-90EF3A813F90}" type="presParOf" srcId="{A8AF6D2A-E66D-4DBB-A117-51DD0C955E95}" destId="{9BCCFB1B-634D-437C-93DE-31A3D2EE035A}" srcOrd="0" destOrd="0" presId="urn:microsoft.com/office/officeart/2005/8/layout/orgChart1"/>
    <dgm:cxn modelId="{AAC975E7-49BA-4A82-B7F3-CE143D58F740}" type="presParOf" srcId="{9BCCFB1B-634D-437C-93DE-31A3D2EE035A}" destId="{045C4A32-CCFF-4856-A0A4-2CA7D7D8ACF8}" srcOrd="0" destOrd="0" presId="urn:microsoft.com/office/officeart/2005/8/layout/orgChart1"/>
    <dgm:cxn modelId="{56E10FD0-0A89-42DF-A221-B5EB2ADB4001}" type="presParOf" srcId="{9BCCFB1B-634D-437C-93DE-31A3D2EE035A}" destId="{0F1D9771-1200-47A6-9F19-A9F98330879F}" srcOrd="1" destOrd="0" presId="urn:microsoft.com/office/officeart/2005/8/layout/orgChart1"/>
    <dgm:cxn modelId="{914203E7-CD60-49A5-AEAD-D050999FC997}" type="presParOf" srcId="{A8AF6D2A-E66D-4DBB-A117-51DD0C955E95}" destId="{55AD88EC-082C-422D-A308-36F64C081E0F}" srcOrd="1" destOrd="0" presId="urn:microsoft.com/office/officeart/2005/8/layout/orgChart1"/>
    <dgm:cxn modelId="{55824307-1482-41F3-BCF3-BD02F84C8DA0}" type="presParOf" srcId="{55AD88EC-082C-422D-A308-36F64C081E0F}" destId="{60D14E99-9C59-4CC9-99CF-4A16448DE5FC}" srcOrd="0" destOrd="0" presId="urn:microsoft.com/office/officeart/2005/8/layout/orgChart1"/>
    <dgm:cxn modelId="{17C9CE32-AD48-4936-8ABC-238677D059BC}" type="presParOf" srcId="{55AD88EC-082C-422D-A308-36F64C081E0F}" destId="{DE7D7C97-BC5B-4F47-B836-1AEF017A3D78}" srcOrd="1" destOrd="0" presId="urn:microsoft.com/office/officeart/2005/8/layout/orgChart1"/>
    <dgm:cxn modelId="{0C08EEE8-D4C8-49F6-A003-8F5FF4D03AAA}" type="presParOf" srcId="{DE7D7C97-BC5B-4F47-B836-1AEF017A3D78}" destId="{F11EF043-3614-42F7-B7E5-74A0688F7089}" srcOrd="0" destOrd="0" presId="urn:microsoft.com/office/officeart/2005/8/layout/orgChart1"/>
    <dgm:cxn modelId="{DBE90ABF-07D4-491E-9812-046948F6BB9E}" type="presParOf" srcId="{F11EF043-3614-42F7-B7E5-74A0688F7089}" destId="{319057EC-7B97-4569-8CC2-7018414FEC12}" srcOrd="0" destOrd="0" presId="urn:microsoft.com/office/officeart/2005/8/layout/orgChart1"/>
    <dgm:cxn modelId="{2FB12E1C-5B24-4969-8B0E-E3236F290365}" type="presParOf" srcId="{F11EF043-3614-42F7-B7E5-74A0688F7089}" destId="{FCF466F0-576B-43F6-A57D-5DC0BE0332AC}" srcOrd="1" destOrd="0" presId="urn:microsoft.com/office/officeart/2005/8/layout/orgChart1"/>
    <dgm:cxn modelId="{ACFFD358-3434-4A8D-A7D2-0E1A315601A2}" type="presParOf" srcId="{DE7D7C97-BC5B-4F47-B836-1AEF017A3D78}" destId="{5E0BD73A-E942-4CC4-A489-508EA44D65C8}" srcOrd="1" destOrd="0" presId="urn:microsoft.com/office/officeart/2005/8/layout/orgChart1"/>
    <dgm:cxn modelId="{957D7544-4431-4A5E-97D6-936162D0DD46}" type="presParOf" srcId="{DE7D7C97-BC5B-4F47-B836-1AEF017A3D78}" destId="{CB55FBFA-E3CB-4702-83E0-73D701D44991}" srcOrd="2" destOrd="0" presId="urn:microsoft.com/office/officeart/2005/8/layout/orgChart1"/>
    <dgm:cxn modelId="{74F3F85A-DC07-48D8-B1CB-FD4252B7A161}" type="presParOf" srcId="{A8AF6D2A-E66D-4DBB-A117-51DD0C955E95}" destId="{06A51ABD-B24C-4B0F-84BE-71AA06C799A6}" srcOrd="2" destOrd="0" presId="urn:microsoft.com/office/officeart/2005/8/layout/orgChart1"/>
    <dgm:cxn modelId="{71B4538F-97D0-4111-8148-48DAB1CFBD89}" type="presParOf" srcId="{06A51ABD-B24C-4B0F-84BE-71AA06C799A6}" destId="{063AF308-5EA1-4E13-8D48-39268BC9912C}" srcOrd="0" destOrd="0" presId="urn:microsoft.com/office/officeart/2005/8/layout/orgChart1"/>
    <dgm:cxn modelId="{30FE47F8-8DED-498F-9FF5-3E9820239816}" type="presParOf" srcId="{06A51ABD-B24C-4B0F-84BE-71AA06C799A6}" destId="{B9EE2308-5E11-48EF-B1C9-D1E5ED6540FB}" srcOrd="1" destOrd="0" presId="urn:microsoft.com/office/officeart/2005/8/layout/orgChart1"/>
    <dgm:cxn modelId="{45C87FA1-CD5C-46D0-BFD5-AD2992C22B68}" type="presParOf" srcId="{B9EE2308-5E11-48EF-B1C9-D1E5ED6540FB}" destId="{8CD24146-7B23-4A85-94ED-8DD6328D98F5}" srcOrd="0" destOrd="0" presId="urn:microsoft.com/office/officeart/2005/8/layout/orgChart1"/>
    <dgm:cxn modelId="{789654A0-8443-493D-9363-5D069825AFDC}" type="presParOf" srcId="{8CD24146-7B23-4A85-94ED-8DD6328D98F5}" destId="{41B5D82C-E413-4704-9D37-65B1F6AFECBA}" srcOrd="0" destOrd="0" presId="urn:microsoft.com/office/officeart/2005/8/layout/orgChart1"/>
    <dgm:cxn modelId="{DC15EB9C-DC9E-4F0A-8078-C145AB2FDB25}" type="presParOf" srcId="{8CD24146-7B23-4A85-94ED-8DD6328D98F5}" destId="{B610815A-F5CD-4B18-97B5-09F63D092D98}" srcOrd="1" destOrd="0" presId="urn:microsoft.com/office/officeart/2005/8/layout/orgChart1"/>
    <dgm:cxn modelId="{AE870760-14A4-45EF-B3B4-16D2BB675E8B}" type="presParOf" srcId="{B9EE2308-5E11-48EF-B1C9-D1E5ED6540FB}" destId="{1243876D-96A9-4312-B886-1DD94659F736}" srcOrd="1" destOrd="0" presId="urn:microsoft.com/office/officeart/2005/8/layout/orgChart1"/>
    <dgm:cxn modelId="{C1012EF4-2561-4EB8-9E0E-5C3B2D793524}" type="presParOf" srcId="{B9EE2308-5E11-48EF-B1C9-D1E5ED6540FB}" destId="{EDDCE598-31FC-44D5-9BAD-D3C90BD0F907}" srcOrd="2" destOrd="0" presId="urn:microsoft.com/office/officeart/2005/8/layout/orgChart1"/>
    <dgm:cxn modelId="{1CBC015C-3346-446D-9366-DB90B51F3D9A}" type="presParOf" srcId="{06A51ABD-B24C-4B0F-84BE-71AA06C799A6}" destId="{65DB8313-6154-4220-A274-1D8FBD28DD40}" srcOrd="2" destOrd="0" presId="urn:microsoft.com/office/officeart/2005/8/layout/orgChart1"/>
    <dgm:cxn modelId="{F64F76E8-C372-4CC8-9F24-D3CD4B0A058C}" type="presParOf" srcId="{06A51ABD-B24C-4B0F-84BE-71AA06C799A6}" destId="{E7D48D34-C132-4DF7-8DEB-6FA5D8BF665E}" srcOrd="3" destOrd="0" presId="urn:microsoft.com/office/officeart/2005/8/layout/orgChart1"/>
    <dgm:cxn modelId="{23AA9C8F-9A87-42F2-937C-4EF8FBA9AAC3}" type="presParOf" srcId="{E7D48D34-C132-4DF7-8DEB-6FA5D8BF665E}" destId="{2B2DE806-D866-44FE-8209-2DB88A8E37C2}" srcOrd="0" destOrd="0" presId="urn:microsoft.com/office/officeart/2005/8/layout/orgChart1"/>
    <dgm:cxn modelId="{137E047B-E4E0-41AB-9C97-5764C9CD75E8}" type="presParOf" srcId="{2B2DE806-D866-44FE-8209-2DB88A8E37C2}" destId="{F44FF9E9-B385-40EA-AA5D-C8D57B01C778}" srcOrd="0" destOrd="0" presId="urn:microsoft.com/office/officeart/2005/8/layout/orgChart1"/>
    <dgm:cxn modelId="{16A97417-8E67-4159-9B9D-B82FA2687B22}" type="presParOf" srcId="{2B2DE806-D866-44FE-8209-2DB88A8E37C2}" destId="{7BB911D4-FACC-423E-99B6-A0E9FD999E46}" srcOrd="1" destOrd="0" presId="urn:microsoft.com/office/officeart/2005/8/layout/orgChart1"/>
    <dgm:cxn modelId="{0CDE2B58-F27C-47FA-9C13-7A1513B11757}" type="presParOf" srcId="{E7D48D34-C132-4DF7-8DEB-6FA5D8BF665E}" destId="{D6269F0A-5089-4887-8892-B21961D4EB86}" srcOrd="1" destOrd="0" presId="urn:microsoft.com/office/officeart/2005/8/layout/orgChart1"/>
    <dgm:cxn modelId="{139C537D-FAC9-4BD5-BE55-9907612D677E}" type="presParOf" srcId="{E7D48D34-C132-4DF7-8DEB-6FA5D8BF665E}" destId="{87FFD921-6728-4FD0-B11E-134598EFFF71}" srcOrd="2" destOrd="0" presId="urn:microsoft.com/office/officeart/2005/8/layout/orgChart1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86EAB9-33B8-46D3-B815-FDEAB2728EA9}" type="doc">
      <dgm:prSet loTypeId="urn:microsoft.com/office/officeart/2005/8/layout/radial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F506B2-3EAC-4EFD-870C-FCF00844DCE8}">
      <dgm:prSet phldrT="[Text]" custT="1"/>
      <dgm:spPr>
        <a:solidFill>
          <a:schemeClr val="bg2"/>
        </a:solidFill>
      </dgm:spPr>
      <dgm:t>
        <a:bodyPr/>
        <a:lstStyle/>
        <a:p>
          <a:r>
            <a:rPr lang="en-US" sz="3200" dirty="0" smtClean="0"/>
            <a:t>HT </a:t>
          </a:r>
        </a:p>
        <a:p>
          <a:r>
            <a:rPr lang="en-US" sz="3200" dirty="0" smtClean="0"/>
            <a:t>1:25 000</a:t>
          </a:r>
        </a:p>
      </dgm:t>
    </dgm:pt>
    <dgm:pt modelId="{7DC8837D-9EAA-4B6D-9461-355517CDE3DE}" type="parTrans" cxnId="{6B36CD69-1376-4FF8-8A59-17E57501A2D8}">
      <dgm:prSet/>
      <dgm:spPr/>
      <dgm:t>
        <a:bodyPr/>
        <a:lstStyle/>
        <a:p>
          <a:endParaRPr lang="en-US"/>
        </a:p>
      </dgm:t>
    </dgm:pt>
    <dgm:pt modelId="{B2EE62AD-6B83-454C-B0B2-3460C603C20B}" type="sibTrans" cxnId="{6B36CD69-1376-4FF8-8A59-17E57501A2D8}">
      <dgm:prSet/>
      <dgm:spPr/>
      <dgm:t>
        <a:bodyPr/>
        <a:lstStyle/>
        <a:p>
          <a:endParaRPr lang="en-US"/>
        </a:p>
      </dgm:t>
    </dgm:pt>
    <dgm:pt modelId="{BD13E111-A9B8-4514-9891-78384F41FC93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sq-AL" noProof="0" dirty="0" smtClean="0"/>
            <a:t>Objektet ekonomike e publike </a:t>
          </a:r>
          <a:endParaRPr lang="sq-AL" noProof="0" dirty="0"/>
        </a:p>
      </dgm:t>
    </dgm:pt>
    <dgm:pt modelId="{BBFE8953-CF09-4A8A-B6D7-8607CFAC42B9}" type="parTrans" cxnId="{6C298050-AA5B-479A-82FF-AEE4099797AA}">
      <dgm:prSet/>
      <dgm:spPr/>
      <dgm:t>
        <a:bodyPr/>
        <a:lstStyle/>
        <a:p>
          <a:endParaRPr lang="en-US"/>
        </a:p>
      </dgm:t>
    </dgm:pt>
    <dgm:pt modelId="{EC6837F3-51EA-42AB-A57B-CC0E70B7414D}" type="sibTrans" cxnId="{6C298050-AA5B-479A-82FF-AEE4099797AA}">
      <dgm:prSet/>
      <dgm:spPr/>
      <dgm:t>
        <a:bodyPr/>
        <a:lstStyle/>
        <a:p>
          <a:endParaRPr lang="en-US"/>
        </a:p>
      </dgm:t>
    </dgm:pt>
    <dgm:pt modelId="{2B0CEB08-323C-422E-BB74-EDE8457A4E93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sq-AL" noProof="0" dirty="0" smtClean="0"/>
            <a:t>Relievi nënujor</a:t>
          </a:r>
          <a:endParaRPr lang="sq-AL" noProof="0" dirty="0"/>
        </a:p>
      </dgm:t>
    </dgm:pt>
    <dgm:pt modelId="{191054D1-4B5F-4A64-B886-A3F48D43BF1B}" type="parTrans" cxnId="{AFF61602-14D0-4891-9259-E7BDD49BF629}">
      <dgm:prSet/>
      <dgm:spPr/>
      <dgm:t>
        <a:bodyPr/>
        <a:lstStyle/>
        <a:p>
          <a:endParaRPr lang="en-US"/>
        </a:p>
      </dgm:t>
    </dgm:pt>
    <dgm:pt modelId="{AF2CA85D-4456-4B27-90E1-01EB2D4099DB}" type="sibTrans" cxnId="{AFF61602-14D0-4891-9259-E7BDD49BF629}">
      <dgm:prSet/>
      <dgm:spPr/>
      <dgm:t>
        <a:bodyPr/>
        <a:lstStyle/>
        <a:p>
          <a:endParaRPr lang="en-US"/>
        </a:p>
      </dgm:t>
    </dgm:pt>
    <dgm:pt modelId="{4CAE59EB-EF34-4D2C-A62B-43558E2B0F5C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sq-AL" noProof="0" dirty="0" smtClean="0"/>
            <a:t>Ujërat sipërfaqësore dhe objektet hidroteknike </a:t>
          </a:r>
          <a:endParaRPr lang="sq-AL" noProof="0" dirty="0"/>
        </a:p>
      </dgm:t>
    </dgm:pt>
    <dgm:pt modelId="{D1ABDAC1-DAEF-47D4-A1F1-229D7CCD2215}" type="parTrans" cxnId="{B86BA609-C227-41F0-91AB-F9E73D43B6C5}">
      <dgm:prSet/>
      <dgm:spPr/>
      <dgm:t>
        <a:bodyPr/>
        <a:lstStyle/>
        <a:p>
          <a:endParaRPr lang="en-US"/>
        </a:p>
      </dgm:t>
    </dgm:pt>
    <dgm:pt modelId="{3C891AC4-FD3A-4A07-8AE9-3958A4DEA36D}" type="sibTrans" cxnId="{B86BA609-C227-41F0-91AB-F9E73D43B6C5}">
      <dgm:prSet/>
      <dgm:spPr/>
      <dgm:t>
        <a:bodyPr/>
        <a:lstStyle/>
        <a:p>
          <a:endParaRPr lang="en-US"/>
        </a:p>
      </dgm:t>
    </dgm:pt>
    <dgm:pt modelId="{0C7E4577-23E2-48D5-BD92-8785657FCC44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sq-AL" noProof="0" dirty="0" smtClean="0"/>
            <a:t>Qendrat e banuara</a:t>
          </a:r>
          <a:endParaRPr lang="sq-AL" noProof="0" dirty="0"/>
        </a:p>
      </dgm:t>
    </dgm:pt>
    <dgm:pt modelId="{3CD102F8-5939-4E35-AEA9-ABB640FD7EDF}" type="parTrans" cxnId="{37EF18BE-135D-42DC-B4D5-346800028A75}">
      <dgm:prSet/>
      <dgm:spPr/>
      <dgm:t>
        <a:bodyPr/>
        <a:lstStyle/>
        <a:p>
          <a:endParaRPr lang="en-US"/>
        </a:p>
      </dgm:t>
    </dgm:pt>
    <dgm:pt modelId="{92F18523-4FD4-4DE0-9F89-46BDF0E1EB83}" type="sibTrans" cxnId="{37EF18BE-135D-42DC-B4D5-346800028A75}">
      <dgm:prSet/>
      <dgm:spPr/>
      <dgm:t>
        <a:bodyPr/>
        <a:lstStyle/>
        <a:p>
          <a:endParaRPr lang="en-US"/>
        </a:p>
      </dgm:t>
    </dgm:pt>
    <dgm:pt modelId="{F78C340F-EC6F-41BE-A8F3-DE46A6ED023C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sq-AL" noProof="0" dirty="0" smtClean="0"/>
            <a:t>Relievi</a:t>
          </a:r>
          <a:endParaRPr lang="sq-AL" noProof="0" dirty="0"/>
        </a:p>
      </dgm:t>
    </dgm:pt>
    <dgm:pt modelId="{FC79F7AB-4BBB-4D73-895F-0AB874FD3839}" type="parTrans" cxnId="{CDC34F9E-7F8E-41E8-AD6C-4A4259B4ABC4}">
      <dgm:prSet/>
      <dgm:spPr/>
      <dgm:t>
        <a:bodyPr/>
        <a:lstStyle/>
        <a:p>
          <a:endParaRPr lang="en-US"/>
        </a:p>
      </dgm:t>
    </dgm:pt>
    <dgm:pt modelId="{2B682559-80ED-4DA6-AB07-D9A27F2D8DDB}" type="sibTrans" cxnId="{CDC34F9E-7F8E-41E8-AD6C-4A4259B4ABC4}">
      <dgm:prSet/>
      <dgm:spPr/>
      <dgm:t>
        <a:bodyPr/>
        <a:lstStyle/>
        <a:p>
          <a:endParaRPr lang="en-US"/>
        </a:p>
      </dgm:t>
    </dgm:pt>
    <dgm:pt modelId="{C5959D99-46A3-4472-8E29-E134B1FA438F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sq-AL" noProof="0" dirty="0" smtClean="0"/>
            <a:t>Rrjeti I komunikacionit</a:t>
          </a:r>
          <a:endParaRPr lang="sq-AL" noProof="0" dirty="0"/>
        </a:p>
      </dgm:t>
    </dgm:pt>
    <dgm:pt modelId="{F278E654-160B-42EB-B94F-8686E26EAA7B}" type="parTrans" cxnId="{113B9C31-EE1A-4D24-822A-CDEF4C1AACA1}">
      <dgm:prSet/>
      <dgm:spPr/>
      <dgm:t>
        <a:bodyPr/>
        <a:lstStyle/>
        <a:p>
          <a:endParaRPr lang="en-US"/>
        </a:p>
      </dgm:t>
    </dgm:pt>
    <dgm:pt modelId="{99158D99-F092-46CC-97E5-F52FBFB78700}" type="sibTrans" cxnId="{113B9C31-EE1A-4D24-822A-CDEF4C1AACA1}">
      <dgm:prSet/>
      <dgm:spPr/>
      <dgm:t>
        <a:bodyPr/>
        <a:lstStyle/>
        <a:p>
          <a:endParaRPr lang="en-US"/>
        </a:p>
      </dgm:t>
    </dgm:pt>
    <dgm:pt modelId="{07317526-C3C7-44CE-A0A3-7C4CE4A0086D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sq-AL" noProof="0" dirty="0" smtClean="0"/>
            <a:t>Kufijtë, objektet kufitare dhe thurjet</a:t>
          </a:r>
          <a:endParaRPr lang="sq-AL" noProof="0" dirty="0"/>
        </a:p>
      </dgm:t>
    </dgm:pt>
    <dgm:pt modelId="{C05279CE-7AF7-4C94-86F9-02B9A71510CA}" type="parTrans" cxnId="{FF4100BC-39F4-453B-ADD7-7F1CA99DE7AB}">
      <dgm:prSet/>
      <dgm:spPr/>
      <dgm:t>
        <a:bodyPr/>
        <a:lstStyle/>
        <a:p>
          <a:endParaRPr lang="en-US"/>
        </a:p>
      </dgm:t>
    </dgm:pt>
    <dgm:pt modelId="{53D3B3B1-8418-4002-9752-D4B2CFDB6D74}" type="sibTrans" cxnId="{FF4100BC-39F4-453B-ADD7-7F1CA99DE7AB}">
      <dgm:prSet/>
      <dgm:spPr/>
      <dgm:t>
        <a:bodyPr/>
        <a:lstStyle/>
        <a:p>
          <a:endParaRPr lang="en-US"/>
        </a:p>
      </dgm:t>
    </dgm:pt>
    <dgm:pt modelId="{1AE529FE-7D64-46A0-A8FD-CA51FAA87D2E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sq-AL" noProof="0" dirty="0" smtClean="0"/>
            <a:t>Bimësia dhe llojet e Tokës</a:t>
          </a:r>
          <a:endParaRPr lang="sq-AL" noProof="0" dirty="0"/>
        </a:p>
      </dgm:t>
    </dgm:pt>
    <dgm:pt modelId="{2177CF5B-7E86-422B-87F6-4531A8E817C5}" type="parTrans" cxnId="{6D956A4C-F1C6-4333-BF1A-D092F0D665F4}">
      <dgm:prSet/>
      <dgm:spPr/>
      <dgm:t>
        <a:bodyPr/>
        <a:lstStyle/>
        <a:p>
          <a:endParaRPr lang="en-US"/>
        </a:p>
      </dgm:t>
    </dgm:pt>
    <dgm:pt modelId="{FDDFB073-B2DB-4913-8E9F-A594922A0CB3}" type="sibTrans" cxnId="{6D956A4C-F1C6-4333-BF1A-D092F0D665F4}">
      <dgm:prSet/>
      <dgm:spPr/>
      <dgm:t>
        <a:bodyPr/>
        <a:lstStyle/>
        <a:p>
          <a:endParaRPr lang="en-US"/>
        </a:p>
      </dgm:t>
    </dgm:pt>
    <dgm:pt modelId="{B51364D4-ADFF-4D2F-B236-187A11CCED18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sq-AL" noProof="0" dirty="0" smtClean="0"/>
            <a:t>Pikat gjeodezike</a:t>
          </a:r>
          <a:endParaRPr lang="sq-AL" noProof="0" dirty="0"/>
        </a:p>
      </dgm:t>
    </dgm:pt>
    <dgm:pt modelId="{035AA8BF-A53F-46DE-9E79-0B84FFBEA6A3}" type="parTrans" cxnId="{FA641BDE-9488-41DD-ADEF-3527AE71CDBE}">
      <dgm:prSet/>
      <dgm:spPr/>
      <dgm:t>
        <a:bodyPr/>
        <a:lstStyle/>
        <a:p>
          <a:endParaRPr lang="en-US"/>
        </a:p>
      </dgm:t>
    </dgm:pt>
    <dgm:pt modelId="{6923BA1C-3319-4DB8-B093-FE45A082FAE2}" type="sibTrans" cxnId="{FA641BDE-9488-41DD-ADEF-3527AE71CDBE}">
      <dgm:prSet/>
      <dgm:spPr/>
      <dgm:t>
        <a:bodyPr/>
        <a:lstStyle/>
        <a:p>
          <a:endParaRPr lang="en-US"/>
        </a:p>
      </dgm:t>
    </dgm:pt>
    <dgm:pt modelId="{0B76864C-F8C5-4C0F-86A0-C2F634FA9918}" type="pres">
      <dgm:prSet presAssocID="{6886EAB9-33B8-46D3-B815-FDEAB2728EA9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825E54D-9667-4528-83D5-3EB590F0BDD4}" type="pres">
      <dgm:prSet presAssocID="{13F506B2-3EAC-4EFD-870C-FCF00844DCE8}" presName="centerShape" presStyleLbl="node0" presStyleIdx="0" presStyleCnt="1" custScaleX="226601" custScaleY="149394"/>
      <dgm:spPr>
        <a:prstGeom prst="bevel">
          <a:avLst/>
        </a:prstGeom>
      </dgm:spPr>
      <dgm:t>
        <a:bodyPr/>
        <a:lstStyle/>
        <a:p>
          <a:endParaRPr lang="en-US"/>
        </a:p>
      </dgm:t>
    </dgm:pt>
    <dgm:pt modelId="{7F82CECE-F3EA-44F9-BDD9-B3C5D779B93E}" type="pres">
      <dgm:prSet presAssocID="{BBFE8953-CF09-4A8A-B6D7-8607CFAC42B9}" presName="parTrans" presStyleLbl="sibTrans2D1" presStyleIdx="0" presStyleCnt="9"/>
      <dgm:spPr/>
      <dgm:t>
        <a:bodyPr/>
        <a:lstStyle/>
        <a:p>
          <a:endParaRPr lang="en-US"/>
        </a:p>
      </dgm:t>
    </dgm:pt>
    <dgm:pt modelId="{3F926BFB-A9AF-4A3C-82C8-3913D194D8CF}" type="pres">
      <dgm:prSet presAssocID="{BBFE8953-CF09-4A8A-B6D7-8607CFAC42B9}" presName="connectorText" presStyleLbl="sibTrans2D1" presStyleIdx="0" presStyleCnt="9"/>
      <dgm:spPr/>
      <dgm:t>
        <a:bodyPr/>
        <a:lstStyle/>
        <a:p>
          <a:endParaRPr lang="en-US"/>
        </a:p>
      </dgm:t>
    </dgm:pt>
    <dgm:pt modelId="{CA923F5A-F707-45B8-813F-A260EA220F9B}" type="pres">
      <dgm:prSet presAssocID="{BD13E111-A9B8-4514-9891-78384F41FC93}" presName="node" presStyleLbl="node1" presStyleIdx="0" presStyleCnt="9" custScaleX="178896" custScaleY="63339">
        <dgm:presLayoutVars>
          <dgm:bulletEnabled val="1"/>
        </dgm:presLayoutVars>
      </dgm:prSet>
      <dgm:spPr>
        <a:prstGeom prst="flowChartPunchedCard">
          <a:avLst/>
        </a:prstGeom>
      </dgm:spPr>
      <dgm:t>
        <a:bodyPr/>
        <a:lstStyle/>
        <a:p>
          <a:endParaRPr lang="en-US"/>
        </a:p>
      </dgm:t>
    </dgm:pt>
    <dgm:pt modelId="{D6C56D43-020D-4D6E-99AA-60BF30C6F1D1}" type="pres">
      <dgm:prSet presAssocID="{F278E654-160B-42EB-B94F-8686E26EAA7B}" presName="parTrans" presStyleLbl="sibTrans2D1" presStyleIdx="1" presStyleCnt="9"/>
      <dgm:spPr/>
      <dgm:t>
        <a:bodyPr/>
        <a:lstStyle/>
        <a:p>
          <a:endParaRPr lang="en-US"/>
        </a:p>
      </dgm:t>
    </dgm:pt>
    <dgm:pt modelId="{0CF3DE05-50E9-4CBA-AAD7-699785925370}" type="pres">
      <dgm:prSet presAssocID="{F278E654-160B-42EB-B94F-8686E26EAA7B}" presName="connectorText" presStyleLbl="sibTrans2D1" presStyleIdx="1" presStyleCnt="9"/>
      <dgm:spPr/>
      <dgm:t>
        <a:bodyPr/>
        <a:lstStyle/>
        <a:p>
          <a:endParaRPr lang="en-US"/>
        </a:p>
      </dgm:t>
    </dgm:pt>
    <dgm:pt modelId="{B2D1824B-3913-4DDE-AC8D-46E19D23AC43}" type="pres">
      <dgm:prSet presAssocID="{C5959D99-46A3-4472-8E29-E134B1FA438F}" presName="node" presStyleLbl="node1" presStyleIdx="1" presStyleCnt="9" custScaleX="178896" custScaleY="63339" custRadScaleRad="177355" custRadScaleInc="123774">
        <dgm:presLayoutVars>
          <dgm:bulletEnabled val="1"/>
        </dgm:presLayoutVars>
      </dgm:prSet>
      <dgm:spPr>
        <a:prstGeom prst="flowChartPunchedCard">
          <a:avLst/>
        </a:prstGeom>
      </dgm:spPr>
      <dgm:t>
        <a:bodyPr/>
        <a:lstStyle/>
        <a:p>
          <a:endParaRPr lang="en-US"/>
        </a:p>
      </dgm:t>
    </dgm:pt>
    <dgm:pt modelId="{A3DC0A5C-34FA-42BA-B554-30BEF88966C5}" type="pres">
      <dgm:prSet presAssocID="{C05279CE-7AF7-4C94-86F9-02B9A71510CA}" presName="parTrans" presStyleLbl="sibTrans2D1" presStyleIdx="2" presStyleCnt="9"/>
      <dgm:spPr/>
      <dgm:t>
        <a:bodyPr/>
        <a:lstStyle/>
        <a:p>
          <a:endParaRPr lang="en-US"/>
        </a:p>
      </dgm:t>
    </dgm:pt>
    <dgm:pt modelId="{ABD4EEF9-D972-46B8-94F2-C970B192AC03}" type="pres">
      <dgm:prSet presAssocID="{C05279CE-7AF7-4C94-86F9-02B9A71510CA}" presName="connectorText" presStyleLbl="sibTrans2D1" presStyleIdx="2" presStyleCnt="9"/>
      <dgm:spPr/>
      <dgm:t>
        <a:bodyPr/>
        <a:lstStyle/>
        <a:p>
          <a:endParaRPr lang="en-US"/>
        </a:p>
      </dgm:t>
    </dgm:pt>
    <dgm:pt modelId="{A86C15AA-E79B-48A7-A616-7BE36AF9DF60}" type="pres">
      <dgm:prSet presAssocID="{07317526-C3C7-44CE-A0A3-7C4CE4A0086D}" presName="node" presStyleLbl="node1" presStyleIdx="2" presStyleCnt="9" custScaleX="178896" custScaleY="63339" custRadScaleRad="195307" custRadScaleInc="25915">
        <dgm:presLayoutVars>
          <dgm:bulletEnabled val="1"/>
        </dgm:presLayoutVars>
      </dgm:prSet>
      <dgm:spPr>
        <a:prstGeom prst="flowChartPunchedCard">
          <a:avLst/>
        </a:prstGeom>
      </dgm:spPr>
      <dgm:t>
        <a:bodyPr/>
        <a:lstStyle/>
        <a:p>
          <a:endParaRPr lang="en-US"/>
        </a:p>
      </dgm:t>
    </dgm:pt>
    <dgm:pt modelId="{4C9DE356-D3AB-447D-8CCC-FA97A4AAA1EE}" type="pres">
      <dgm:prSet presAssocID="{2177CF5B-7E86-422B-87F6-4531A8E817C5}" presName="parTrans" presStyleLbl="sibTrans2D1" presStyleIdx="3" presStyleCnt="9"/>
      <dgm:spPr/>
      <dgm:t>
        <a:bodyPr/>
        <a:lstStyle/>
        <a:p>
          <a:endParaRPr lang="en-US"/>
        </a:p>
      </dgm:t>
    </dgm:pt>
    <dgm:pt modelId="{D57C036C-2682-4CBC-B524-69F591276A9C}" type="pres">
      <dgm:prSet presAssocID="{2177CF5B-7E86-422B-87F6-4531A8E817C5}" presName="connectorText" presStyleLbl="sibTrans2D1" presStyleIdx="3" presStyleCnt="9"/>
      <dgm:spPr/>
      <dgm:t>
        <a:bodyPr/>
        <a:lstStyle/>
        <a:p>
          <a:endParaRPr lang="en-US"/>
        </a:p>
      </dgm:t>
    </dgm:pt>
    <dgm:pt modelId="{6FBD4649-6743-45A2-AFD8-6E10AA4AC4FB}" type="pres">
      <dgm:prSet presAssocID="{1AE529FE-7D64-46A0-A8FD-CA51FAA87D2E}" presName="node" presStyleLbl="node1" presStyleIdx="3" presStyleCnt="9" custScaleX="178896" custScaleY="63339" custRadScaleRad="189713" custRadScaleInc="-72084">
        <dgm:presLayoutVars>
          <dgm:bulletEnabled val="1"/>
        </dgm:presLayoutVars>
      </dgm:prSet>
      <dgm:spPr>
        <a:prstGeom prst="flowChartPunchedCard">
          <a:avLst/>
        </a:prstGeom>
      </dgm:spPr>
      <dgm:t>
        <a:bodyPr/>
        <a:lstStyle/>
        <a:p>
          <a:endParaRPr lang="en-US"/>
        </a:p>
      </dgm:t>
    </dgm:pt>
    <dgm:pt modelId="{5A323CAA-48DB-48B3-9136-47F5F0BE1051}" type="pres">
      <dgm:prSet presAssocID="{035AA8BF-A53F-46DE-9E79-0B84FFBEA6A3}" presName="parTrans" presStyleLbl="sibTrans2D1" presStyleIdx="4" presStyleCnt="9"/>
      <dgm:spPr/>
      <dgm:t>
        <a:bodyPr/>
        <a:lstStyle/>
        <a:p>
          <a:endParaRPr lang="en-US"/>
        </a:p>
      </dgm:t>
    </dgm:pt>
    <dgm:pt modelId="{5EA816F3-D5AA-460E-BD5A-01C4E5F00509}" type="pres">
      <dgm:prSet presAssocID="{035AA8BF-A53F-46DE-9E79-0B84FFBEA6A3}" presName="connectorText" presStyleLbl="sibTrans2D1" presStyleIdx="4" presStyleCnt="9"/>
      <dgm:spPr/>
      <dgm:t>
        <a:bodyPr/>
        <a:lstStyle/>
        <a:p>
          <a:endParaRPr lang="en-US"/>
        </a:p>
      </dgm:t>
    </dgm:pt>
    <dgm:pt modelId="{69252812-E092-49AE-A2CA-2129A068257B}" type="pres">
      <dgm:prSet presAssocID="{B51364D4-ADFF-4D2F-B236-187A11CCED18}" presName="node" presStyleLbl="node1" presStyleIdx="4" presStyleCnt="9" custScaleX="178896" custScaleY="63339" custRadScaleRad="115188" custRadScaleInc="-76673">
        <dgm:presLayoutVars>
          <dgm:bulletEnabled val="1"/>
        </dgm:presLayoutVars>
      </dgm:prSet>
      <dgm:spPr>
        <a:prstGeom prst="flowChartPunchedCard">
          <a:avLst/>
        </a:prstGeom>
      </dgm:spPr>
      <dgm:t>
        <a:bodyPr/>
        <a:lstStyle/>
        <a:p>
          <a:endParaRPr lang="en-US"/>
        </a:p>
      </dgm:t>
    </dgm:pt>
    <dgm:pt modelId="{4D94FBF9-C487-4096-ADE1-B95B0FE0B8F1}" type="pres">
      <dgm:prSet presAssocID="{FC79F7AB-4BBB-4D73-895F-0AB874FD3839}" presName="parTrans" presStyleLbl="sibTrans2D1" presStyleIdx="5" presStyleCnt="9"/>
      <dgm:spPr/>
      <dgm:t>
        <a:bodyPr/>
        <a:lstStyle/>
        <a:p>
          <a:endParaRPr lang="en-US"/>
        </a:p>
      </dgm:t>
    </dgm:pt>
    <dgm:pt modelId="{A9356D62-53C5-4C1A-9452-7B4C3AA0A063}" type="pres">
      <dgm:prSet presAssocID="{FC79F7AB-4BBB-4D73-895F-0AB874FD3839}" presName="connectorText" presStyleLbl="sibTrans2D1" presStyleIdx="5" presStyleCnt="9"/>
      <dgm:spPr/>
      <dgm:t>
        <a:bodyPr/>
        <a:lstStyle/>
        <a:p>
          <a:endParaRPr lang="en-US"/>
        </a:p>
      </dgm:t>
    </dgm:pt>
    <dgm:pt modelId="{F7F30E48-CE60-45A7-8996-7DA725E4D923}" type="pres">
      <dgm:prSet presAssocID="{F78C340F-EC6F-41BE-A8F3-DE46A6ED023C}" presName="node" presStyleLbl="node1" presStyleIdx="5" presStyleCnt="9" custScaleX="178896" custScaleY="63339" custRadScaleRad="110840" custRadScaleInc="60138">
        <dgm:presLayoutVars>
          <dgm:bulletEnabled val="1"/>
        </dgm:presLayoutVars>
      </dgm:prSet>
      <dgm:spPr>
        <a:prstGeom prst="flowChartPunchedCard">
          <a:avLst/>
        </a:prstGeom>
      </dgm:spPr>
      <dgm:t>
        <a:bodyPr/>
        <a:lstStyle/>
        <a:p>
          <a:endParaRPr lang="en-US"/>
        </a:p>
      </dgm:t>
    </dgm:pt>
    <dgm:pt modelId="{FC3BEE7B-ABD4-4972-A9AE-E8F4B8699A1A}" type="pres">
      <dgm:prSet presAssocID="{191054D1-4B5F-4A64-B886-A3F48D43BF1B}" presName="parTrans" presStyleLbl="sibTrans2D1" presStyleIdx="6" presStyleCnt="9"/>
      <dgm:spPr/>
      <dgm:t>
        <a:bodyPr/>
        <a:lstStyle/>
        <a:p>
          <a:endParaRPr lang="en-US"/>
        </a:p>
      </dgm:t>
    </dgm:pt>
    <dgm:pt modelId="{8FE615E9-D4F3-4BFA-B9BE-3363F9930E81}" type="pres">
      <dgm:prSet presAssocID="{191054D1-4B5F-4A64-B886-A3F48D43BF1B}" presName="connectorText" presStyleLbl="sibTrans2D1" presStyleIdx="6" presStyleCnt="9"/>
      <dgm:spPr/>
      <dgm:t>
        <a:bodyPr/>
        <a:lstStyle/>
        <a:p>
          <a:endParaRPr lang="en-US"/>
        </a:p>
      </dgm:t>
    </dgm:pt>
    <dgm:pt modelId="{96085E83-2A1A-4A03-8C8E-1D36A3391183}" type="pres">
      <dgm:prSet presAssocID="{2B0CEB08-323C-422E-BB74-EDE8457A4E93}" presName="node" presStyleLbl="node1" presStyleIdx="6" presStyleCnt="9" custScaleX="178896" custScaleY="63339" custRadScaleRad="184760" custRadScaleInc="69939">
        <dgm:presLayoutVars>
          <dgm:bulletEnabled val="1"/>
        </dgm:presLayoutVars>
      </dgm:prSet>
      <dgm:spPr>
        <a:prstGeom prst="flowChartPunchedCard">
          <a:avLst/>
        </a:prstGeom>
      </dgm:spPr>
      <dgm:t>
        <a:bodyPr/>
        <a:lstStyle/>
        <a:p>
          <a:endParaRPr lang="en-US"/>
        </a:p>
      </dgm:t>
    </dgm:pt>
    <dgm:pt modelId="{E123BED9-F154-426F-B897-DE12E68C42D1}" type="pres">
      <dgm:prSet presAssocID="{D1ABDAC1-DAEF-47D4-A1F1-229D7CCD2215}" presName="parTrans" presStyleLbl="sibTrans2D1" presStyleIdx="7" presStyleCnt="9"/>
      <dgm:spPr/>
      <dgm:t>
        <a:bodyPr/>
        <a:lstStyle/>
        <a:p>
          <a:endParaRPr lang="en-US"/>
        </a:p>
      </dgm:t>
    </dgm:pt>
    <dgm:pt modelId="{A325228E-7CD4-435C-BCD7-02157E47AE10}" type="pres">
      <dgm:prSet presAssocID="{D1ABDAC1-DAEF-47D4-A1F1-229D7CCD2215}" presName="connectorText" presStyleLbl="sibTrans2D1" presStyleIdx="7" presStyleCnt="9"/>
      <dgm:spPr/>
      <dgm:t>
        <a:bodyPr/>
        <a:lstStyle/>
        <a:p>
          <a:endParaRPr lang="en-US"/>
        </a:p>
      </dgm:t>
    </dgm:pt>
    <dgm:pt modelId="{2F00C38C-26F9-43B4-A518-526AF89B24EC}" type="pres">
      <dgm:prSet presAssocID="{4CAE59EB-EF34-4D2C-A62B-43558E2B0F5C}" presName="node" presStyleLbl="node1" presStyleIdx="7" presStyleCnt="9" custScaleX="178896" custScaleY="63339" custRadScaleRad="190179" custRadScaleInc="-25264">
        <dgm:presLayoutVars>
          <dgm:bulletEnabled val="1"/>
        </dgm:presLayoutVars>
      </dgm:prSet>
      <dgm:spPr>
        <a:prstGeom prst="flowChartPunchedCard">
          <a:avLst/>
        </a:prstGeom>
      </dgm:spPr>
      <dgm:t>
        <a:bodyPr/>
        <a:lstStyle/>
        <a:p>
          <a:endParaRPr lang="en-US"/>
        </a:p>
      </dgm:t>
    </dgm:pt>
    <dgm:pt modelId="{FA8116C6-9D74-4104-A3E8-0BD3170E234A}" type="pres">
      <dgm:prSet presAssocID="{3CD102F8-5939-4E35-AEA9-ABB640FD7EDF}" presName="parTrans" presStyleLbl="sibTrans2D1" presStyleIdx="8" presStyleCnt="9"/>
      <dgm:spPr/>
      <dgm:t>
        <a:bodyPr/>
        <a:lstStyle/>
        <a:p>
          <a:endParaRPr lang="en-US"/>
        </a:p>
      </dgm:t>
    </dgm:pt>
    <dgm:pt modelId="{13AB464A-903C-410C-ABA6-1046F2DF35B3}" type="pres">
      <dgm:prSet presAssocID="{3CD102F8-5939-4E35-AEA9-ABB640FD7EDF}" presName="connectorText" presStyleLbl="sibTrans2D1" presStyleIdx="8" presStyleCnt="9"/>
      <dgm:spPr/>
      <dgm:t>
        <a:bodyPr/>
        <a:lstStyle/>
        <a:p>
          <a:endParaRPr lang="en-US"/>
        </a:p>
      </dgm:t>
    </dgm:pt>
    <dgm:pt modelId="{2B54E9AC-1946-4518-ABEB-1D12D5F93E74}" type="pres">
      <dgm:prSet presAssocID="{0C7E4577-23E2-48D5-BD92-8785657FCC44}" presName="node" presStyleLbl="node1" presStyleIdx="8" presStyleCnt="9" custScaleX="178896" custScaleY="63339" custRadScaleRad="172712" custRadScaleInc="-120133">
        <dgm:presLayoutVars>
          <dgm:bulletEnabled val="1"/>
        </dgm:presLayoutVars>
      </dgm:prSet>
      <dgm:spPr>
        <a:prstGeom prst="flowChartPunchedCard">
          <a:avLst/>
        </a:prstGeom>
      </dgm:spPr>
      <dgm:t>
        <a:bodyPr/>
        <a:lstStyle/>
        <a:p>
          <a:endParaRPr lang="en-US"/>
        </a:p>
      </dgm:t>
    </dgm:pt>
  </dgm:ptLst>
  <dgm:cxnLst>
    <dgm:cxn modelId="{6D956A4C-F1C6-4333-BF1A-D092F0D665F4}" srcId="{13F506B2-3EAC-4EFD-870C-FCF00844DCE8}" destId="{1AE529FE-7D64-46A0-A8FD-CA51FAA87D2E}" srcOrd="3" destOrd="0" parTransId="{2177CF5B-7E86-422B-87F6-4531A8E817C5}" sibTransId="{FDDFB073-B2DB-4913-8E9F-A594922A0CB3}"/>
    <dgm:cxn modelId="{6C298050-AA5B-479A-82FF-AEE4099797AA}" srcId="{13F506B2-3EAC-4EFD-870C-FCF00844DCE8}" destId="{BD13E111-A9B8-4514-9891-78384F41FC93}" srcOrd="0" destOrd="0" parTransId="{BBFE8953-CF09-4A8A-B6D7-8607CFAC42B9}" sibTransId="{EC6837F3-51EA-42AB-A57B-CC0E70B7414D}"/>
    <dgm:cxn modelId="{CC8C16FA-5DF1-45A3-A2A2-BF241890633E}" type="presOf" srcId="{2B0CEB08-323C-422E-BB74-EDE8457A4E93}" destId="{96085E83-2A1A-4A03-8C8E-1D36A3391183}" srcOrd="0" destOrd="0" presId="urn:microsoft.com/office/officeart/2005/8/layout/radial5"/>
    <dgm:cxn modelId="{C107D81A-0AB0-4731-A31D-BE344B033D2D}" type="presOf" srcId="{3CD102F8-5939-4E35-AEA9-ABB640FD7EDF}" destId="{FA8116C6-9D74-4104-A3E8-0BD3170E234A}" srcOrd="0" destOrd="0" presId="urn:microsoft.com/office/officeart/2005/8/layout/radial5"/>
    <dgm:cxn modelId="{A27578B4-54D6-4463-A585-55F955BE930D}" type="presOf" srcId="{191054D1-4B5F-4A64-B886-A3F48D43BF1B}" destId="{8FE615E9-D4F3-4BFA-B9BE-3363F9930E81}" srcOrd="1" destOrd="0" presId="urn:microsoft.com/office/officeart/2005/8/layout/radial5"/>
    <dgm:cxn modelId="{8E150556-E9A1-4FC9-95D6-278DA21B3FFD}" type="presOf" srcId="{6886EAB9-33B8-46D3-B815-FDEAB2728EA9}" destId="{0B76864C-F8C5-4C0F-86A0-C2F634FA9918}" srcOrd="0" destOrd="0" presId="urn:microsoft.com/office/officeart/2005/8/layout/radial5"/>
    <dgm:cxn modelId="{C13E2E9F-7055-42D1-9F84-07A0AFF36577}" type="presOf" srcId="{13F506B2-3EAC-4EFD-870C-FCF00844DCE8}" destId="{F825E54D-9667-4528-83D5-3EB590F0BDD4}" srcOrd="0" destOrd="0" presId="urn:microsoft.com/office/officeart/2005/8/layout/radial5"/>
    <dgm:cxn modelId="{02CB433F-85FB-4220-9B77-24D808E1F1ED}" type="presOf" srcId="{F278E654-160B-42EB-B94F-8686E26EAA7B}" destId="{D6C56D43-020D-4D6E-99AA-60BF30C6F1D1}" srcOrd="0" destOrd="0" presId="urn:microsoft.com/office/officeart/2005/8/layout/radial5"/>
    <dgm:cxn modelId="{FF4100BC-39F4-453B-ADD7-7F1CA99DE7AB}" srcId="{13F506B2-3EAC-4EFD-870C-FCF00844DCE8}" destId="{07317526-C3C7-44CE-A0A3-7C4CE4A0086D}" srcOrd="2" destOrd="0" parTransId="{C05279CE-7AF7-4C94-86F9-02B9A71510CA}" sibTransId="{53D3B3B1-8418-4002-9752-D4B2CFDB6D74}"/>
    <dgm:cxn modelId="{BDE1C785-6012-48AA-8BDF-A98F941C326B}" type="presOf" srcId="{FC79F7AB-4BBB-4D73-895F-0AB874FD3839}" destId="{A9356D62-53C5-4C1A-9452-7B4C3AA0A063}" srcOrd="1" destOrd="0" presId="urn:microsoft.com/office/officeart/2005/8/layout/radial5"/>
    <dgm:cxn modelId="{206D3A44-EFEF-48BF-B8F7-B336A0FD231A}" type="presOf" srcId="{3CD102F8-5939-4E35-AEA9-ABB640FD7EDF}" destId="{13AB464A-903C-410C-ABA6-1046F2DF35B3}" srcOrd="1" destOrd="0" presId="urn:microsoft.com/office/officeart/2005/8/layout/radial5"/>
    <dgm:cxn modelId="{379AC1E3-6487-4BAD-B446-3AADAD26552A}" type="presOf" srcId="{BD13E111-A9B8-4514-9891-78384F41FC93}" destId="{CA923F5A-F707-45B8-813F-A260EA220F9B}" srcOrd="0" destOrd="0" presId="urn:microsoft.com/office/officeart/2005/8/layout/radial5"/>
    <dgm:cxn modelId="{B3397971-8A61-410D-8047-6834A9BA745F}" type="presOf" srcId="{C05279CE-7AF7-4C94-86F9-02B9A71510CA}" destId="{A3DC0A5C-34FA-42BA-B554-30BEF88966C5}" srcOrd="0" destOrd="0" presId="urn:microsoft.com/office/officeart/2005/8/layout/radial5"/>
    <dgm:cxn modelId="{F736AA73-E681-4818-956C-021BA559A791}" type="presOf" srcId="{035AA8BF-A53F-46DE-9E79-0B84FFBEA6A3}" destId="{5EA816F3-D5AA-460E-BD5A-01C4E5F00509}" srcOrd="1" destOrd="0" presId="urn:microsoft.com/office/officeart/2005/8/layout/radial5"/>
    <dgm:cxn modelId="{26B22717-D95F-43A9-9B61-E18C3762B116}" type="presOf" srcId="{191054D1-4B5F-4A64-B886-A3F48D43BF1B}" destId="{FC3BEE7B-ABD4-4972-A9AE-E8F4B8699A1A}" srcOrd="0" destOrd="0" presId="urn:microsoft.com/office/officeart/2005/8/layout/radial5"/>
    <dgm:cxn modelId="{CD05BC7F-FC81-45C7-ABFD-CC6EFB4EA982}" type="presOf" srcId="{B51364D4-ADFF-4D2F-B236-187A11CCED18}" destId="{69252812-E092-49AE-A2CA-2129A068257B}" srcOrd="0" destOrd="0" presId="urn:microsoft.com/office/officeart/2005/8/layout/radial5"/>
    <dgm:cxn modelId="{1770E5CB-6F90-4DEE-84D4-851B40CDE698}" type="presOf" srcId="{0C7E4577-23E2-48D5-BD92-8785657FCC44}" destId="{2B54E9AC-1946-4518-ABEB-1D12D5F93E74}" srcOrd="0" destOrd="0" presId="urn:microsoft.com/office/officeart/2005/8/layout/radial5"/>
    <dgm:cxn modelId="{8D714EFF-8657-4C4B-A2A4-D93B79EA260B}" type="presOf" srcId="{F78C340F-EC6F-41BE-A8F3-DE46A6ED023C}" destId="{F7F30E48-CE60-45A7-8996-7DA725E4D923}" srcOrd="0" destOrd="0" presId="urn:microsoft.com/office/officeart/2005/8/layout/radial5"/>
    <dgm:cxn modelId="{B86BA609-C227-41F0-91AB-F9E73D43B6C5}" srcId="{13F506B2-3EAC-4EFD-870C-FCF00844DCE8}" destId="{4CAE59EB-EF34-4D2C-A62B-43558E2B0F5C}" srcOrd="7" destOrd="0" parTransId="{D1ABDAC1-DAEF-47D4-A1F1-229D7CCD2215}" sibTransId="{3C891AC4-FD3A-4A07-8AE9-3958A4DEA36D}"/>
    <dgm:cxn modelId="{739D2033-57A0-4C16-B5DB-E301DB62D525}" type="presOf" srcId="{BBFE8953-CF09-4A8A-B6D7-8607CFAC42B9}" destId="{7F82CECE-F3EA-44F9-BDD9-B3C5D779B93E}" srcOrd="0" destOrd="0" presId="urn:microsoft.com/office/officeart/2005/8/layout/radial5"/>
    <dgm:cxn modelId="{4442D21C-A030-46B5-9BFF-838A07CE285D}" type="presOf" srcId="{035AA8BF-A53F-46DE-9E79-0B84FFBEA6A3}" destId="{5A323CAA-48DB-48B3-9136-47F5F0BE1051}" srcOrd="0" destOrd="0" presId="urn:microsoft.com/office/officeart/2005/8/layout/radial5"/>
    <dgm:cxn modelId="{AFF61602-14D0-4891-9259-E7BDD49BF629}" srcId="{13F506B2-3EAC-4EFD-870C-FCF00844DCE8}" destId="{2B0CEB08-323C-422E-BB74-EDE8457A4E93}" srcOrd="6" destOrd="0" parTransId="{191054D1-4B5F-4A64-B886-A3F48D43BF1B}" sibTransId="{AF2CA85D-4456-4B27-90E1-01EB2D4099DB}"/>
    <dgm:cxn modelId="{6B36CD69-1376-4FF8-8A59-17E57501A2D8}" srcId="{6886EAB9-33B8-46D3-B815-FDEAB2728EA9}" destId="{13F506B2-3EAC-4EFD-870C-FCF00844DCE8}" srcOrd="0" destOrd="0" parTransId="{7DC8837D-9EAA-4B6D-9461-355517CDE3DE}" sibTransId="{B2EE62AD-6B83-454C-B0B2-3460C603C20B}"/>
    <dgm:cxn modelId="{512CA06B-7762-4CED-B374-C2CFB73EC0F2}" type="presOf" srcId="{2177CF5B-7E86-422B-87F6-4531A8E817C5}" destId="{D57C036C-2682-4CBC-B524-69F591276A9C}" srcOrd="1" destOrd="0" presId="urn:microsoft.com/office/officeart/2005/8/layout/radial5"/>
    <dgm:cxn modelId="{37EF18BE-135D-42DC-B4D5-346800028A75}" srcId="{13F506B2-3EAC-4EFD-870C-FCF00844DCE8}" destId="{0C7E4577-23E2-48D5-BD92-8785657FCC44}" srcOrd="8" destOrd="0" parTransId="{3CD102F8-5939-4E35-AEA9-ABB640FD7EDF}" sibTransId="{92F18523-4FD4-4DE0-9F89-46BDF0E1EB83}"/>
    <dgm:cxn modelId="{5FECE40D-6AEB-43A8-8A14-C2C5A3A98F4D}" type="presOf" srcId="{4CAE59EB-EF34-4D2C-A62B-43558E2B0F5C}" destId="{2F00C38C-26F9-43B4-A518-526AF89B24EC}" srcOrd="0" destOrd="0" presId="urn:microsoft.com/office/officeart/2005/8/layout/radial5"/>
    <dgm:cxn modelId="{AAFA3BFB-0EB8-45B3-91B2-0A78376A3A4B}" type="presOf" srcId="{C5959D99-46A3-4472-8E29-E134B1FA438F}" destId="{B2D1824B-3913-4DDE-AC8D-46E19D23AC43}" srcOrd="0" destOrd="0" presId="urn:microsoft.com/office/officeart/2005/8/layout/radial5"/>
    <dgm:cxn modelId="{F96CE2E8-0373-40C0-AAF3-F6F3A87434A1}" type="presOf" srcId="{F278E654-160B-42EB-B94F-8686E26EAA7B}" destId="{0CF3DE05-50E9-4CBA-AAD7-699785925370}" srcOrd="1" destOrd="0" presId="urn:microsoft.com/office/officeart/2005/8/layout/radial5"/>
    <dgm:cxn modelId="{20A0DF7F-15EC-4404-AE43-3B105E90D0E5}" type="presOf" srcId="{07317526-C3C7-44CE-A0A3-7C4CE4A0086D}" destId="{A86C15AA-E79B-48A7-A616-7BE36AF9DF60}" srcOrd="0" destOrd="0" presId="urn:microsoft.com/office/officeart/2005/8/layout/radial5"/>
    <dgm:cxn modelId="{E0CB4826-58F3-4040-A7B1-F5D0F3C217B0}" type="presOf" srcId="{C05279CE-7AF7-4C94-86F9-02B9A71510CA}" destId="{ABD4EEF9-D972-46B8-94F2-C970B192AC03}" srcOrd="1" destOrd="0" presId="urn:microsoft.com/office/officeart/2005/8/layout/radial5"/>
    <dgm:cxn modelId="{113B9C31-EE1A-4D24-822A-CDEF4C1AACA1}" srcId="{13F506B2-3EAC-4EFD-870C-FCF00844DCE8}" destId="{C5959D99-46A3-4472-8E29-E134B1FA438F}" srcOrd="1" destOrd="0" parTransId="{F278E654-160B-42EB-B94F-8686E26EAA7B}" sibTransId="{99158D99-F092-46CC-97E5-F52FBFB78700}"/>
    <dgm:cxn modelId="{CDC34F9E-7F8E-41E8-AD6C-4A4259B4ABC4}" srcId="{13F506B2-3EAC-4EFD-870C-FCF00844DCE8}" destId="{F78C340F-EC6F-41BE-A8F3-DE46A6ED023C}" srcOrd="5" destOrd="0" parTransId="{FC79F7AB-4BBB-4D73-895F-0AB874FD3839}" sibTransId="{2B682559-80ED-4DA6-AB07-D9A27F2D8DDB}"/>
    <dgm:cxn modelId="{9C224929-CFB3-4BD3-8415-782D001ECC4A}" type="presOf" srcId="{2177CF5B-7E86-422B-87F6-4531A8E817C5}" destId="{4C9DE356-D3AB-447D-8CCC-FA97A4AAA1EE}" srcOrd="0" destOrd="0" presId="urn:microsoft.com/office/officeart/2005/8/layout/radial5"/>
    <dgm:cxn modelId="{2A9DD21C-5A3D-4736-A619-3168A66F6FE1}" type="presOf" srcId="{BBFE8953-CF09-4A8A-B6D7-8607CFAC42B9}" destId="{3F926BFB-A9AF-4A3C-82C8-3913D194D8CF}" srcOrd="1" destOrd="0" presId="urn:microsoft.com/office/officeart/2005/8/layout/radial5"/>
    <dgm:cxn modelId="{47E516D6-6365-444F-A7EE-8449E0F633A6}" type="presOf" srcId="{D1ABDAC1-DAEF-47D4-A1F1-229D7CCD2215}" destId="{A325228E-7CD4-435C-BCD7-02157E47AE10}" srcOrd="1" destOrd="0" presId="urn:microsoft.com/office/officeart/2005/8/layout/radial5"/>
    <dgm:cxn modelId="{85BB704D-535D-4B11-94E8-65309C619690}" type="presOf" srcId="{D1ABDAC1-DAEF-47D4-A1F1-229D7CCD2215}" destId="{E123BED9-F154-426F-B897-DE12E68C42D1}" srcOrd="0" destOrd="0" presId="urn:microsoft.com/office/officeart/2005/8/layout/radial5"/>
    <dgm:cxn modelId="{FA641BDE-9488-41DD-ADEF-3527AE71CDBE}" srcId="{13F506B2-3EAC-4EFD-870C-FCF00844DCE8}" destId="{B51364D4-ADFF-4D2F-B236-187A11CCED18}" srcOrd="4" destOrd="0" parTransId="{035AA8BF-A53F-46DE-9E79-0B84FFBEA6A3}" sibTransId="{6923BA1C-3319-4DB8-B093-FE45A082FAE2}"/>
    <dgm:cxn modelId="{F77B4468-8FB5-4A71-BF7D-C181206ADF23}" type="presOf" srcId="{FC79F7AB-4BBB-4D73-895F-0AB874FD3839}" destId="{4D94FBF9-C487-4096-ADE1-B95B0FE0B8F1}" srcOrd="0" destOrd="0" presId="urn:microsoft.com/office/officeart/2005/8/layout/radial5"/>
    <dgm:cxn modelId="{B4F9DF6F-276A-4124-ACE0-DFFA9755D40C}" type="presOf" srcId="{1AE529FE-7D64-46A0-A8FD-CA51FAA87D2E}" destId="{6FBD4649-6743-45A2-AFD8-6E10AA4AC4FB}" srcOrd="0" destOrd="0" presId="urn:microsoft.com/office/officeart/2005/8/layout/radial5"/>
    <dgm:cxn modelId="{8E8D696F-370A-4D3C-A6A3-753643127E77}" type="presParOf" srcId="{0B76864C-F8C5-4C0F-86A0-C2F634FA9918}" destId="{F825E54D-9667-4528-83D5-3EB590F0BDD4}" srcOrd="0" destOrd="0" presId="urn:microsoft.com/office/officeart/2005/8/layout/radial5"/>
    <dgm:cxn modelId="{8C8A5013-8AD2-47E4-803E-23ED5DD24480}" type="presParOf" srcId="{0B76864C-F8C5-4C0F-86A0-C2F634FA9918}" destId="{7F82CECE-F3EA-44F9-BDD9-B3C5D779B93E}" srcOrd="1" destOrd="0" presId="urn:microsoft.com/office/officeart/2005/8/layout/radial5"/>
    <dgm:cxn modelId="{6422CA50-A74E-4D24-B5FE-EF4F7A231943}" type="presParOf" srcId="{7F82CECE-F3EA-44F9-BDD9-B3C5D779B93E}" destId="{3F926BFB-A9AF-4A3C-82C8-3913D194D8CF}" srcOrd="0" destOrd="0" presId="urn:microsoft.com/office/officeart/2005/8/layout/radial5"/>
    <dgm:cxn modelId="{A9BBFA19-931C-4E12-86EA-28DCD6A7368C}" type="presParOf" srcId="{0B76864C-F8C5-4C0F-86A0-C2F634FA9918}" destId="{CA923F5A-F707-45B8-813F-A260EA220F9B}" srcOrd="2" destOrd="0" presId="urn:microsoft.com/office/officeart/2005/8/layout/radial5"/>
    <dgm:cxn modelId="{3B2A4EBC-FD33-4046-9667-B364E1677A26}" type="presParOf" srcId="{0B76864C-F8C5-4C0F-86A0-C2F634FA9918}" destId="{D6C56D43-020D-4D6E-99AA-60BF30C6F1D1}" srcOrd="3" destOrd="0" presId="urn:microsoft.com/office/officeart/2005/8/layout/radial5"/>
    <dgm:cxn modelId="{4B263F74-2160-41F0-906C-802D16CB07AD}" type="presParOf" srcId="{D6C56D43-020D-4D6E-99AA-60BF30C6F1D1}" destId="{0CF3DE05-50E9-4CBA-AAD7-699785925370}" srcOrd="0" destOrd="0" presId="urn:microsoft.com/office/officeart/2005/8/layout/radial5"/>
    <dgm:cxn modelId="{F0C03A17-04DF-4C1D-9C0B-3722B02FCD7D}" type="presParOf" srcId="{0B76864C-F8C5-4C0F-86A0-C2F634FA9918}" destId="{B2D1824B-3913-4DDE-AC8D-46E19D23AC43}" srcOrd="4" destOrd="0" presId="urn:microsoft.com/office/officeart/2005/8/layout/radial5"/>
    <dgm:cxn modelId="{71DF9F96-6EAE-43A6-8551-6B0F8B937DF1}" type="presParOf" srcId="{0B76864C-F8C5-4C0F-86A0-C2F634FA9918}" destId="{A3DC0A5C-34FA-42BA-B554-30BEF88966C5}" srcOrd="5" destOrd="0" presId="urn:microsoft.com/office/officeart/2005/8/layout/radial5"/>
    <dgm:cxn modelId="{295223CC-3F76-4320-A5BA-645FB610EA1A}" type="presParOf" srcId="{A3DC0A5C-34FA-42BA-B554-30BEF88966C5}" destId="{ABD4EEF9-D972-46B8-94F2-C970B192AC03}" srcOrd="0" destOrd="0" presId="urn:microsoft.com/office/officeart/2005/8/layout/radial5"/>
    <dgm:cxn modelId="{56CBC2B9-A92E-4623-AD9F-941E598C6D11}" type="presParOf" srcId="{0B76864C-F8C5-4C0F-86A0-C2F634FA9918}" destId="{A86C15AA-E79B-48A7-A616-7BE36AF9DF60}" srcOrd="6" destOrd="0" presId="urn:microsoft.com/office/officeart/2005/8/layout/radial5"/>
    <dgm:cxn modelId="{0E6B9026-1780-4F4E-9BAB-46AE0A3CE0E5}" type="presParOf" srcId="{0B76864C-F8C5-4C0F-86A0-C2F634FA9918}" destId="{4C9DE356-D3AB-447D-8CCC-FA97A4AAA1EE}" srcOrd="7" destOrd="0" presId="urn:microsoft.com/office/officeart/2005/8/layout/radial5"/>
    <dgm:cxn modelId="{68C1C237-C413-4A35-93DA-8BB5D1745023}" type="presParOf" srcId="{4C9DE356-D3AB-447D-8CCC-FA97A4AAA1EE}" destId="{D57C036C-2682-4CBC-B524-69F591276A9C}" srcOrd="0" destOrd="0" presId="urn:microsoft.com/office/officeart/2005/8/layout/radial5"/>
    <dgm:cxn modelId="{70E30CB2-7CF9-4D7B-B477-3CF9F3001520}" type="presParOf" srcId="{0B76864C-F8C5-4C0F-86A0-C2F634FA9918}" destId="{6FBD4649-6743-45A2-AFD8-6E10AA4AC4FB}" srcOrd="8" destOrd="0" presId="urn:microsoft.com/office/officeart/2005/8/layout/radial5"/>
    <dgm:cxn modelId="{DD3A9A46-A450-4DB3-9ABF-2C3A5A5050C7}" type="presParOf" srcId="{0B76864C-F8C5-4C0F-86A0-C2F634FA9918}" destId="{5A323CAA-48DB-48B3-9136-47F5F0BE1051}" srcOrd="9" destOrd="0" presId="urn:microsoft.com/office/officeart/2005/8/layout/radial5"/>
    <dgm:cxn modelId="{133B2475-1224-4E0E-87E6-8EAC41D9E4F4}" type="presParOf" srcId="{5A323CAA-48DB-48B3-9136-47F5F0BE1051}" destId="{5EA816F3-D5AA-460E-BD5A-01C4E5F00509}" srcOrd="0" destOrd="0" presId="urn:microsoft.com/office/officeart/2005/8/layout/radial5"/>
    <dgm:cxn modelId="{823920ED-BADA-4CC2-B5E8-B8F97EE274CF}" type="presParOf" srcId="{0B76864C-F8C5-4C0F-86A0-C2F634FA9918}" destId="{69252812-E092-49AE-A2CA-2129A068257B}" srcOrd="10" destOrd="0" presId="urn:microsoft.com/office/officeart/2005/8/layout/radial5"/>
    <dgm:cxn modelId="{C5580EE7-FDAA-4B8D-ACD8-EC6C17FFC2C3}" type="presParOf" srcId="{0B76864C-F8C5-4C0F-86A0-C2F634FA9918}" destId="{4D94FBF9-C487-4096-ADE1-B95B0FE0B8F1}" srcOrd="11" destOrd="0" presId="urn:microsoft.com/office/officeart/2005/8/layout/radial5"/>
    <dgm:cxn modelId="{5657A39F-C584-44A8-AEFA-0FA8FCD88C60}" type="presParOf" srcId="{4D94FBF9-C487-4096-ADE1-B95B0FE0B8F1}" destId="{A9356D62-53C5-4C1A-9452-7B4C3AA0A063}" srcOrd="0" destOrd="0" presId="urn:microsoft.com/office/officeart/2005/8/layout/radial5"/>
    <dgm:cxn modelId="{270446B4-77C5-4A8C-9CF6-91876B09E96E}" type="presParOf" srcId="{0B76864C-F8C5-4C0F-86A0-C2F634FA9918}" destId="{F7F30E48-CE60-45A7-8996-7DA725E4D923}" srcOrd="12" destOrd="0" presId="urn:microsoft.com/office/officeart/2005/8/layout/radial5"/>
    <dgm:cxn modelId="{3377BBA6-96FC-49C8-99BA-F753C7DB7B2B}" type="presParOf" srcId="{0B76864C-F8C5-4C0F-86A0-C2F634FA9918}" destId="{FC3BEE7B-ABD4-4972-A9AE-E8F4B8699A1A}" srcOrd="13" destOrd="0" presId="urn:microsoft.com/office/officeart/2005/8/layout/radial5"/>
    <dgm:cxn modelId="{4456386A-1FC6-458A-83C1-73F4B491E83A}" type="presParOf" srcId="{FC3BEE7B-ABD4-4972-A9AE-E8F4B8699A1A}" destId="{8FE615E9-D4F3-4BFA-B9BE-3363F9930E81}" srcOrd="0" destOrd="0" presId="urn:microsoft.com/office/officeart/2005/8/layout/radial5"/>
    <dgm:cxn modelId="{FD26EA4B-D4AF-4CD6-9A14-C0E68999935C}" type="presParOf" srcId="{0B76864C-F8C5-4C0F-86A0-C2F634FA9918}" destId="{96085E83-2A1A-4A03-8C8E-1D36A3391183}" srcOrd="14" destOrd="0" presId="urn:microsoft.com/office/officeart/2005/8/layout/radial5"/>
    <dgm:cxn modelId="{5367829C-560B-43E1-A466-E1EA234FC872}" type="presParOf" srcId="{0B76864C-F8C5-4C0F-86A0-C2F634FA9918}" destId="{E123BED9-F154-426F-B897-DE12E68C42D1}" srcOrd="15" destOrd="0" presId="urn:microsoft.com/office/officeart/2005/8/layout/radial5"/>
    <dgm:cxn modelId="{ED830E50-7264-403D-ADF4-D62DC615C6F0}" type="presParOf" srcId="{E123BED9-F154-426F-B897-DE12E68C42D1}" destId="{A325228E-7CD4-435C-BCD7-02157E47AE10}" srcOrd="0" destOrd="0" presId="urn:microsoft.com/office/officeart/2005/8/layout/radial5"/>
    <dgm:cxn modelId="{785F876B-14D7-47C1-B522-F6FAB93DC221}" type="presParOf" srcId="{0B76864C-F8C5-4C0F-86A0-C2F634FA9918}" destId="{2F00C38C-26F9-43B4-A518-526AF89B24EC}" srcOrd="16" destOrd="0" presId="urn:microsoft.com/office/officeart/2005/8/layout/radial5"/>
    <dgm:cxn modelId="{E371BD36-44D3-4BE6-B4BD-B55DA83A6E15}" type="presParOf" srcId="{0B76864C-F8C5-4C0F-86A0-C2F634FA9918}" destId="{FA8116C6-9D74-4104-A3E8-0BD3170E234A}" srcOrd="17" destOrd="0" presId="urn:microsoft.com/office/officeart/2005/8/layout/radial5"/>
    <dgm:cxn modelId="{D1BA3CF2-400A-44B6-879B-8A32243BCF51}" type="presParOf" srcId="{FA8116C6-9D74-4104-A3E8-0BD3170E234A}" destId="{13AB464A-903C-410C-ABA6-1046F2DF35B3}" srcOrd="0" destOrd="0" presId="urn:microsoft.com/office/officeart/2005/8/layout/radial5"/>
    <dgm:cxn modelId="{B9604ED8-8662-4160-ADB6-85831E5200C3}" type="presParOf" srcId="{0B76864C-F8C5-4C0F-86A0-C2F634FA9918}" destId="{2B54E9AC-1946-4518-ABEB-1D12D5F93E74}" srcOrd="18" destOrd="0" presId="urn:microsoft.com/office/officeart/2005/8/layout/radial5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86EAB9-33B8-46D3-B815-FDEAB2728EA9}" type="doc">
      <dgm:prSet loTypeId="urn:microsoft.com/office/officeart/2005/8/layout/radial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F506B2-3EAC-4EFD-870C-FCF00844DCE8}">
      <dgm:prSet phldrT="[Text]" custT="1"/>
      <dgm:spPr>
        <a:solidFill>
          <a:schemeClr val="bg2"/>
        </a:solidFill>
      </dgm:spPr>
      <dgm:t>
        <a:bodyPr/>
        <a:lstStyle/>
        <a:p>
          <a:r>
            <a:rPr lang="en-US" sz="3200" dirty="0" smtClean="0"/>
            <a:t>HT </a:t>
          </a:r>
        </a:p>
        <a:p>
          <a:r>
            <a:rPr lang="en-US" sz="3200" dirty="0" smtClean="0"/>
            <a:t>1:25 000</a:t>
          </a:r>
        </a:p>
      </dgm:t>
    </dgm:pt>
    <dgm:pt modelId="{7DC8837D-9EAA-4B6D-9461-355517CDE3DE}" type="parTrans" cxnId="{6B36CD69-1376-4FF8-8A59-17E57501A2D8}">
      <dgm:prSet/>
      <dgm:spPr/>
      <dgm:t>
        <a:bodyPr/>
        <a:lstStyle/>
        <a:p>
          <a:endParaRPr lang="en-US"/>
        </a:p>
      </dgm:t>
    </dgm:pt>
    <dgm:pt modelId="{B2EE62AD-6B83-454C-B0B2-3460C603C20B}" type="sibTrans" cxnId="{6B36CD69-1376-4FF8-8A59-17E57501A2D8}">
      <dgm:prSet/>
      <dgm:spPr/>
      <dgm:t>
        <a:bodyPr/>
        <a:lstStyle/>
        <a:p>
          <a:endParaRPr lang="en-US"/>
        </a:p>
      </dgm:t>
    </dgm:pt>
    <dgm:pt modelId="{BD13E111-A9B8-4514-9891-78384F41FC93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sq-AL" noProof="0" dirty="0" smtClean="0"/>
            <a:t>Objektet ekonomike e publike </a:t>
          </a:r>
          <a:endParaRPr lang="sq-AL" noProof="0" dirty="0"/>
        </a:p>
      </dgm:t>
    </dgm:pt>
    <dgm:pt modelId="{BBFE8953-CF09-4A8A-B6D7-8607CFAC42B9}" type="parTrans" cxnId="{6C298050-AA5B-479A-82FF-AEE4099797AA}">
      <dgm:prSet/>
      <dgm:spPr/>
      <dgm:t>
        <a:bodyPr/>
        <a:lstStyle/>
        <a:p>
          <a:endParaRPr lang="en-US"/>
        </a:p>
      </dgm:t>
    </dgm:pt>
    <dgm:pt modelId="{EC6837F3-51EA-42AB-A57B-CC0E70B7414D}" type="sibTrans" cxnId="{6C298050-AA5B-479A-82FF-AEE4099797AA}">
      <dgm:prSet/>
      <dgm:spPr/>
      <dgm:t>
        <a:bodyPr/>
        <a:lstStyle/>
        <a:p>
          <a:endParaRPr lang="en-US"/>
        </a:p>
      </dgm:t>
    </dgm:pt>
    <dgm:pt modelId="{2B0CEB08-323C-422E-BB74-EDE8457A4E93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sq-AL" noProof="0" dirty="0" smtClean="0"/>
            <a:t>Relievi nënujor</a:t>
          </a:r>
          <a:endParaRPr lang="sq-AL" noProof="0" dirty="0"/>
        </a:p>
      </dgm:t>
    </dgm:pt>
    <dgm:pt modelId="{191054D1-4B5F-4A64-B886-A3F48D43BF1B}" type="parTrans" cxnId="{AFF61602-14D0-4891-9259-E7BDD49BF629}">
      <dgm:prSet/>
      <dgm:spPr/>
      <dgm:t>
        <a:bodyPr/>
        <a:lstStyle/>
        <a:p>
          <a:endParaRPr lang="en-US"/>
        </a:p>
      </dgm:t>
    </dgm:pt>
    <dgm:pt modelId="{AF2CA85D-4456-4B27-90E1-01EB2D4099DB}" type="sibTrans" cxnId="{AFF61602-14D0-4891-9259-E7BDD49BF629}">
      <dgm:prSet/>
      <dgm:spPr/>
      <dgm:t>
        <a:bodyPr/>
        <a:lstStyle/>
        <a:p>
          <a:endParaRPr lang="en-US"/>
        </a:p>
      </dgm:t>
    </dgm:pt>
    <dgm:pt modelId="{4CAE59EB-EF34-4D2C-A62B-43558E2B0F5C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sq-AL" noProof="0" dirty="0" smtClean="0"/>
            <a:t>Ujërat sipërfaqësore dhe objektet hidroteknike </a:t>
          </a:r>
          <a:endParaRPr lang="sq-AL" noProof="0" dirty="0"/>
        </a:p>
      </dgm:t>
    </dgm:pt>
    <dgm:pt modelId="{D1ABDAC1-DAEF-47D4-A1F1-229D7CCD2215}" type="parTrans" cxnId="{B86BA609-C227-41F0-91AB-F9E73D43B6C5}">
      <dgm:prSet/>
      <dgm:spPr/>
      <dgm:t>
        <a:bodyPr/>
        <a:lstStyle/>
        <a:p>
          <a:endParaRPr lang="en-US"/>
        </a:p>
      </dgm:t>
    </dgm:pt>
    <dgm:pt modelId="{3C891AC4-FD3A-4A07-8AE9-3958A4DEA36D}" type="sibTrans" cxnId="{B86BA609-C227-41F0-91AB-F9E73D43B6C5}">
      <dgm:prSet/>
      <dgm:spPr/>
      <dgm:t>
        <a:bodyPr/>
        <a:lstStyle/>
        <a:p>
          <a:endParaRPr lang="en-US"/>
        </a:p>
      </dgm:t>
    </dgm:pt>
    <dgm:pt modelId="{0C7E4577-23E2-48D5-BD92-8785657FCC44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sq-AL" noProof="0" dirty="0" smtClean="0"/>
            <a:t>Qendrat e banuara</a:t>
          </a:r>
          <a:endParaRPr lang="sq-AL" noProof="0" dirty="0"/>
        </a:p>
      </dgm:t>
    </dgm:pt>
    <dgm:pt modelId="{3CD102F8-5939-4E35-AEA9-ABB640FD7EDF}" type="parTrans" cxnId="{37EF18BE-135D-42DC-B4D5-346800028A75}">
      <dgm:prSet/>
      <dgm:spPr/>
      <dgm:t>
        <a:bodyPr/>
        <a:lstStyle/>
        <a:p>
          <a:endParaRPr lang="en-US"/>
        </a:p>
      </dgm:t>
    </dgm:pt>
    <dgm:pt modelId="{92F18523-4FD4-4DE0-9F89-46BDF0E1EB83}" type="sibTrans" cxnId="{37EF18BE-135D-42DC-B4D5-346800028A75}">
      <dgm:prSet/>
      <dgm:spPr/>
      <dgm:t>
        <a:bodyPr/>
        <a:lstStyle/>
        <a:p>
          <a:endParaRPr lang="en-US"/>
        </a:p>
      </dgm:t>
    </dgm:pt>
    <dgm:pt modelId="{F78C340F-EC6F-41BE-A8F3-DE46A6ED023C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sq-AL" noProof="0" dirty="0" smtClean="0"/>
            <a:t>Relievi</a:t>
          </a:r>
          <a:endParaRPr lang="sq-AL" noProof="0" dirty="0"/>
        </a:p>
      </dgm:t>
    </dgm:pt>
    <dgm:pt modelId="{FC79F7AB-4BBB-4D73-895F-0AB874FD3839}" type="parTrans" cxnId="{CDC34F9E-7F8E-41E8-AD6C-4A4259B4ABC4}">
      <dgm:prSet/>
      <dgm:spPr/>
      <dgm:t>
        <a:bodyPr/>
        <a:lstStyle/>
        <a:p>
          <a:endParaRPr lang="en-US"/>
        </a:p>
      </dgm:t>
    </dgm:pt>
    <dgm:pt modelId="{2B682559-80ED-4DA6-AB07-D9A27F2D8DDB}" type="sibTrans" cxnId="{CDC34F9E-7F8E-41E8-AD6C-4A4259B4ABC4}">
      <dgm:prSet/>
      <dgm:spPr/>
      <dgm:t>
        <a:bodyPr/>
        <a:lstStyle/>
        <a:p>
          <a:endParaRPr lang="en-US"/>
        </a:p>
      </dgm:t>
    </dgm:pt>
    <dgm:pt modelId="{C5959D99-46A3-4472-8E29-E134B1FA438F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sq-AL" noProof="0" dirty="0" smtClean="0"/>
            <a:t>Rrjeti I komunikacionit</a:t>
          </a:r>
          <a:endParaRPr lang="sq-AL" noProof="0" dirty="0"/>
        </a:p>
      </dgm:t>
    </dgm:pt>
    <dgm:pt modelId="{F278E654-160B-42EB-B94F-8686E26EAA7B}" type="parTrans" cxnId="{113B9C31-EE1A-4D24-822A-CDEF4C1AACA1}">
      <dgm:prSet/>
      <dgm:spPr/>
      <dgm:t>
        <a:bodyPr/>
        <a:lstStyle/>
        <a:p>
          <a:endParaRPr lang="en-US"/>
        </a:p>
      </dgm:t>
    </dgm:pt>
    <dgm:pt modelId="{99158D99-F092-46CC-97E5-F52FBFB78700}" type="sibTrans" cxnId="{113B9C31-EE1A-4D24-822A-CDEF4C1AACA1}">
      <dgm:prSet/>
      <dgm:spPr/>
      <dgm:t>
        <a:bodyPr/>
        <a:lstStyle/>
        <a:p>
          <a:endParaRPr lang="en-US"/>
        </a:p>
      </dgm:t>
    </dgm:pt>
    <dgm:pt modelId="{07317526-C3C7-44CE-A0A3-7C4CE4A0086D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sq-AL" noProof="0" dirty="0" smtClean="0"/>
            <a:t>Kufijtë, objektet kufitare dhe thurjet</a:t>
          </a:r>
          <a:endParaRPr lang="sq-AL" noProof="0" dirty="0"/>
        </a:p>
      </dgm:t>
    </dgm:pt>
    <dgm:pt modelId="{C05279CE-7AF7-4C94-86F9-02B9A71510CA}" type="parTrans" cxnId="{FF4100BC-39F4-453B-ADD7-7F1CA99DE7AB}">
      <dgm:prSet/>
      <dgm:spPr/>
      <dgm:t>
        <a:bodyPr/>
        <a:lstStyle/>
        <a:p>
          <a:endParaRPr lang="en-US"/>
        </a:p>
      </dgm:t>
    </dgm:pt>
    <dgm:pt modelId="{53D3B3B1-8418-4002-9752-D4B2CFDB6D74}" type="sibTrans" cxnId="{FF4100BC-39F4-453B-ADD7-7F1CA99DE7AB}">
      <dgm:prSet/>
      <dgm:spPr/>
      <dgm:t>
        <a:bodyPr/>
        <a:lstStyle/>
        <a:p>
          <a:endParaRPr lang="en-US"/>
        </a:p>
      </dgm:t>
    </dgm:pt>
    <dgm:pt modelId="{1AE529FE-7D64-46A0-A8FD-CA51FAA87D2E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sq-AL" noProof="0" dirty="0" smtClean="0"/>
            <a:t>Bimësia dhe llojet e Tokës</a:t>
          </a:r>
          <a:endParaRPr lang="sq-AL" noProof="0" dirty="0"/>
        </a:p>
      </dgm:t>
    </dgm:pt>
    <dgm:pt modelId="{2177CF5B-7E86-422B-87F6-4531A8E817C5}" type="parTrans" cxnId="{6D956A4C-F1C6-4333-BF1A-D092F0D665F4}">
      <dgm:prSet/>
      <dgm:spPr/>
      <dgm:t>
        <a:bodyPr/>
        <a:lstStyle/>
        <a:p>
          <a:endParaRPr lang="en-US"/>
        </a:p>
      </dgm:t>
    </dgm:pt>
    <dgm:pt modelId="{FDDFB073-B2DB-4913-8E9F-A594922A0CB3}" type="sibTrans" cxnId="{6D956A4C-F1C6-4333-BF1A-D092F0D665F4}">
      <dgm:prSet/>
      <dgm:spPr/>
      <dgm:t>
        <a:bodyPr/>
        <a:lstStyle/>
        <a:p>
          <a:endParaRPr lang="en-US"/>
        </a:p>
      </dgm:t>
    </dgm:pt>
    <dgm:pt modelId="{B51364D4-ADFF-4D2F-B236-187A11CCED18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sq-AL" noProof="0" dirty="0" smtClean="0"/>
            <a:t>Pikat gjeodezike</a:t>
          </a:r>
          <a:endParaRPr lang="sq-AL" noProof="0" dirty="0"/>
        </a:p>
      </dgm:t>
    </dgm:pt>
    <dgm:pt modelId="{035AA8BF-A53F-46DE-9E79-0B84FFBEA6A3}" type="parTrans" cxnId="{FA641BDE-9488-41DD-ADEF-3527AE71CDBE}">
      <dgm:prSet/>
      <dgm:spPr/>
      <dgm:t>
        <a:bodyPr/>
        <a:lstStyle/>
        <a:p>
          <a:endParaRPr lang="en-US"/>
        </a:p>
      </dgm:t>
    </dgm:pt>
    <dgm:pt modelId="{6923BA1C-3319-4DB8-B093-FE45A082FAE2}" type="sibTrans" cxnId="{FA641BDE-9488-41DD-ADEF-3527AE71CDBE}">
      <dgm:prSet/>
      <dgm:spPr/>
      <dgm:t>
        <a:bodyPr/>
        <a:lstStyle/>
        <a:p>
          <a:endParaRPr lang="en-US"/>
        </a:p>
      </dgm:t>
    </dgm:pt>
    <dgm:pt modelId="{0B76864C-F8C5-4C0F-86A0-C2F634FA9918}" type="pres">
      <dgm:prSet presAssocID="{6886EAB9-33B8-46D3-B815-FDEAB2728EA9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825E54D-9667-4528-83D5-3EB590F0BDD4}" type="pres">
      <dgm:prSet presAssocID="{13F506B2-3EAC-4EFD-870C-FCF00844DCE8}" presName="centerShape" presStyleLbl="node0" presStyleIdx="0" presStyleCnt="1" custScaleX="226601" custScaleY="149394"/>
      <dgm:spPr>
        <a:prstGeom prst="bevel">
          <a:avLst/>
        </a:prstGeom>
      </dgm:spPr>
      <dgm:t>
        <a:bodyPr/>
        <a:lstStyle/>
        <a:p>
          <a:endParaRPr lang="en-US"/>
        </a:p>
      </dgm:t>
    </dgm:pt>
    <dgm:pt modelId="{7F82CECE-F3EA-44F9-BDD9-B3C5D779B93E}" type="pres">
      <dgm:prSet presAssocID="{BBFE8953-CF09-4A8A-B6D7-8607CFAC42B9}" presName="parTrans" presStyleLbl="sibTrans2D1" presStyleIdx="0" presStyleCnt="9"/>
      <dgm:spPr/>
      <dgm:t>
        <a:bodyPr/>
        <a:lstStyle/>
        <a:p>
          <a:endParaRPr lang="en-US"/>
        </a:p>
      </dgm:t>
    </dgm:pt>
    <dgm:pt modelId="{3F926BFB-A9AF-4A3C-82C8-3913D194D8CF}" type="pres">
      <dgm:prSet presAssocID="{BBFE8953-CF09-4A8A-B6D7-8607CFAC42B9}" presName="connectorText" presStyleLbl="sibTrans2D1" presStyleIdx="0" presStyleCnt="9"/>
      <dgm:spPr/>
      <dgm:t>
        <a:bodyPr/>
        <a:lstStyle/>
        <a:p>
          <a:endParaRPr lang="en-US"/>
        </a:p>
      </dgm:t>
    </dgm:pt>
    <dgm:pt modelId="{CA923F5A-F707-45B8-813F-A260EA220F9B}" type="pres">
      <dgm:prSet presAssocID="{BD13E111-A9B8-4514-9891-78384F41FC93}" presName="node" presStyleLbl="node1" presStyleIdx="0" presStyleCnt="9" custScaleX="178896" custScaleY="63339">
        <dgm:presLayoutVars>
          <dgm:bulletEnabled val="1"/>
        </dgm:presLayoutVars>
      </dgm:prSet>
      <dgm:spPr>
        <a:prstGeom prst="flowChartPunchedCard">
          <a:avLst/>
        </a:prstGeom>
      </dgm:spPr>
      <dgm:t>
        <a:bodyPr/>
        <a:lstStyle/>
        <a:p>
          <a:endParaRPr lang="en-US"/>
        </a:p>
      </dgm:t>
    </dgm:pt>
    <dgm:pt modelId="{D6C56D43-020D-4D6E-99AA-60BF30C6F1D1}" type="pres">
      <dgm:prSet presAssocID="{F278E654-160B-42EB-B94F-8686E26EAA7B}" presName="parTrans" presStyleLbl="sibTrans2D1" presStyleIdx="1" presStyleCnt="9"/>
      <dgm:spPr/>
      <dgm:t>
        <a:bodyPr/>
        <a:lstStyle/>
        <a:p>
          <a:endParaRPr lang="en-US"/>
        </a:p>
      </dgm:t>
    </dgm:pt>
    <dgm:pt modelId="{0CF3DE05-50E9-4CBA-AAD7-699785925370}" type="pres">
      <dgm:prSet presAssocID="{F278E654-160B-42EB-B94F-8686E26EAA7B}" presName="connectorText" presStyleLbl="sibTrans2D1" presStyleIdx="1" presStyleCnt="9"/>
      <dgm:spPr/>
      <dgm:t>
        <a:bodyPr/>
        <a:lstStyle/>
        <a:p>
          <a:endParaRPr lang="en-US"/>
        </a:p>
      </dgm:t>
    </dgm:pt>
    <dgm:pt modelId="{B2D1824B-3913-4DDE-AC8D-46E19D23AC43}" type="pres">
      <dgm:prSet presAssocID="{C5959D99-46A3-4472-8E29-E134B1FA438F}" presName="node" presStyleLbl="node1" presStyleIdx="1" presStyleCnt="9" custScaleX="178896" custScaleY="63339" custRadScaleRad="177355" custRadScaleInc="123774">
        <dgm:presLayoutVars>
          <dgm:bulletEnabled val="1"/>
        </dgm:presLayoutVars>
      </dgm:prSet>
      <dgm:spPr>
        <a:prstGeom prst="flowChartPunchedCard">
          <a:avLst/>
        </a:prstGeom>
      </dgm:spPr>
      <dgm:t>
        <a:bodyPr/>
        <a:lstStyle/>
        <a:p>
          <a:endParaRPr lang="en-US"/>
        </a:p>
      </dgm:t>
    </dgm:pt>
    <dgm:pt modelId="{A3DC0A5C-34FA-42BA-B554-30BEF88966C5}" type="pres">
      <dgm:prSet presAssocID="{C05279CE-7AF7-4C94-86F9-02B9A71510CA}" presName="parTrans" presStyleLbl="sibTrans2D1" presStyleIdx="2" presStyleCnt="9"/>
      <dgm:spPr/>
      <dgm:t>
        <a:bodyPr/>
        <a:lstStyle/>
        <a:p>
          <a:endParaRPr lang="en-US"/>
        </a:p>
      </dgm:t>
    </dgm:pt>
    <dgm:pt modelId="{ABD4EEF9-D972-46B8-94F2-C970B192AC03}" type="pres">
      <dgm:prSet presAssocID="{C05279CE-7AF7-4C94-86F9-02B9A71510CA}" presName="connectorText" presStyleLbl="sibTrans2D1" presStyleIdx="2" presStyleCnt="9"/>
      <dgm:spPr/>
      <dgm:t>
        <a:bodyPr/>
        <a:lstStyle/>
        <a:p>
          <a:endParaRPr lang="en-US"/>
        </a:p>
      </dgm:t>
    </dgm:pt>
    <dgm:pt modelId="{A86C15AA-E79B-48A7-A616-7BE36AF9DF60}" type="pres">
      <dgm:prSet presAssocID="{07317526-C3C7-44CE-A0A3-7C4CE4A0086D}" presName="node" presStyleLbl="node1" presStyleIdx="2" presStyleCnt="9" custScaleX="178896" custScaleY="63339" custRadScaleRad="195307" custRadScaleInc="25915">
        <dgm:presLayoutVars>
          <dgm:bulletEnabled val="1"/>
        </dgm:presLayoutVars>
      </dgm:prSet>
      <dgm:spPr>
        <a:prstGeom prst="flowChartPunchedCard">
          <a:avLst/>
        </a:prstGeom>
      </dgm:spPr>
      <dgm:t>
        <a:bodyPr/>
        <a:lstStyle/>
        <a:p>
          <a:endParaRPr lang="en-US"/>
        </a:p>
      </dgm:t>
    </dgm:pt>
    <dgm:pt modelId="{4C9DE356-D3AB-447D-8CCC-FA97A4AAA1EE}" type="pres">
      <dgm:prSet presAssocID="{2177CF5B-7E86-422B-87F6-4531A8E817C5}" presName="parTrans" presStyleLbl="sibTrans2D1" presStyleIdx="3" presStyleCnt="9"/>
      <dgm:spPr/>
      <dgm:t>
        <a:bodyPr/>
        <a:lstStyle/>
        <a:p>
          <a:endParaRPr lang="en-US"/>
        </a:p>
      </dgm:t>
    </dgm:pt>
    <dgm:pt modelId="{D57C036C-2682-4CBC-B524-69F591276A9C}" type="pres">
      <dgm:prSet presAssocID="{2177CF5B-7E86-422B-87F6-4531A8E817C5}" presName="connectorText" presStyleLbl="sibTrans2D1" presStyleIdx="3" presStyleCnt="9"/>
      <dgm:spPr/>
      <dgm:t>
        <a:bodyPr/>
        <a:lstStyle/>
        <a:p>
          <a:endParaRPr lang="en-US"/>
        </a:p>
      </dgm:t>
    </dgm:pt>
    <dgm:pt modelId="{6FBD4649-6743-45A2-AFD8-6E10AA4AC4FB}" type="pres">
      <dgm:prSet presAssocID="{1AE529FE-7D64-46A0-A8FD-CA51FAA87D2E}" presName="node" presStyleLbl="node1" presStyleIdx="3" presStyleCnt="9" custScaleX="178896" custScaleY="63339" custRadScaleRad="189713" custRadScaleInc="-72084">
        <dgm:presLayoutVars>
          <dgm:bulletEnabled val="1"/>
        </dgm:presLayoutVars>
      </dgm:prSet>
      <dgm:spPr>
        <a:prstGeom prst="flowChartPunchedCard">
          <a:avLst/>
        </a:prstGeom>
      </dgm:spPr>
      <dgm:t>
        <a:bodyPr/>
        <a:lstStyle/>
        <a:p>
          <a:endParaRPr lang="en-US"/>
        </a:p>
      </dgm:t>
    </dgm:pt>
    <dgm:pt modelId="{5A323CAA-48DB-48B3-9136-47F5F0BE1051}" type="pres">
      <dgm:prSet presAssocID="{035AA8BF-A53F-46DE-9E79-0B84FFBEA6A3}" presName="parTrans" presStyleLbl="sibTrans2D1" presStyleIdx="4" presStyleCnt="9"/>
      <dgm:spPr/>
      <dgm:t>
        <a:bodyPr/>
        <a:lstStyle/>
        <a:p>
          <a:endParaRPr lang="en-US"/>
        </a:p>
      </dgm:t>
    </dgm:pt>
    <dgm:pt modelId="{5EA816F3-D5AA-460E-BD5A-01C4E5F00509}" type="pres">
      <dgm:prSet presAssocID="{035AA8BF-A53F-46DE-9E79-0B84FFBEA6A3}" presName="connectorText" presStyleLbl="sibTrans2D1" presStyleIdx="4" presStyleCnt="9"/>
      <dgm:spPr/>
      <dgm:t>
        <a:bodyPr/>
        <a:lstStyle/>
        <a:p>
          <a:endParaRPr lang="en-US"/>
        </a:p>
      </dgm:t>
    </dgm:pt>
    <dgm:pt modelId="{69252812-E092-49AE-A2CA-2129A068257B}" type="pres">
      <dgm:prSet presAssocID="{B51364D4-ADFF-4D2F-B236-187A11CCED18}" presName="node" presStyleLbl="node1" presStyleIdx="4" presStyleCnt="9" custScaleX="178896" custScaleY="63339" custRadScaleRad="115188" custRadScaleInc="-76673">
        <dgm:presLayoutVars>
          <dgm:bulletEnabled val="1"/>
        </dgm:presLayoutVars>
      </dgm:prSet>
      <dgm:spPr>
        <a:prstGeom prst="flowChartPunchedCard">
          <a:avLst/>
        </a:prstGeom>
      </dgm:spPr>
      <dgm:t>
        <a:bodyPr/>
        <a:lstStyle/>
        <a:p>
          <a:endParaRPr lang="en-US"/>
        </a:p>
      </dgm:t>
    </dgm:pt>
    <dgm:pt modelId="{4D94FBF9-C487-4096-ADE1-B95B0FE0B8F1}" type="pres">
      <dgm:prSet presAssocID="{FC79F7AB-4BBB-4D73-895F-0AB874FD3839}" presName="parTrans" presStyleLbl="sibTrans2D1" presStyleIdx="5" presStyleCnt="9"/>
      <dgm:spPr/>
      <dgm:t>
        <a:bodyPr/>
        <a:lstStyle/>
        <a:p>
          <a:endParaRPr lang="en-US"/>
        </a:p>
      </dgm:t>
    </dgm:pt>
    <dgm:pt modelId="{A9356D62-53C5-4C1A-9452-7B4C3AA0A063}" type="pres">
      <dgm:prSet presAssocID="{FC79F7AB-4BBB-4D73-895F-0AB874FD3839}" presName="connectorText" presStyleLbl="sibTrans2D1" presStyleIdx="5" presStyleCnt="9"/>
      <dgm:spPr/>
      <dgm:t>
        <a:bodyPr/>
        <a:lstStyle/>
        <a:p>
          <a:endParaRPr lang="en-US"/>
        </a:p>
      </dgm:t>
    </dgm:pt>
    <dgm:pt modelId="{F7F30E48-CE60-45A7-8996-7DA725E4D923}" type="pres">
      <dgm:prSet presAssocID="{F78C340F-EC6F-41BE-A8F3-DE46A6ED023C}" presName="node" presStyleLbl="node1" presStyleIdx="5" presStyleCnt="9" custScaleX="178896" custScaleY="63339" custRadScaleRad="110840" custRadScaleInc="60138">
        <dgm:presLayoutVars>
          <dgm:bulletEnabled val="1"/>
        </dgm:presLayoutVars>
      </dgm:prSet>
      <dgm:spPr>
        <a:prstGeom prst="flowChartPunchedCard">
          <a:avLst/>
        </a:prstGeom>
      </dgm:spPr>
      <dgm:t>
        <a:bodyPr/>
        <a:lstStyle/>
        <a:p>
          <a:endParaRPr lang="en-US"/>
        </a:p>
      </dgm:t>
    </dgm:pt>
    <dgm:pt modelId="{FC3BEE7B-ABD4-4972-A9AE-E8F4B8699A1A}" type="pres">
      <dgm:prSet presAssocID="{191054D1-4B5F-4A64-B886-A3F48D43BF1B}" presName="parTrans" presStyleLbl="sibTrans2D1" presStyleIdx="6" presStyleCnt="9"/>
      <dgm:spPr/>
      <dgm:t>
        <a:bodyPr/>
        <a:lstStyle/>
        <a:p>
          <a:endParaRPr lang="en-US"/>
        </a:p>
      </dgm:t>
    </dgm:pt>
    <dgm:pt modelId="{8FE615E9-D4F3-4BFA-B9BE-3363F9930E81}" type="pres">
      <dgm:prSet presAssocID="{191054D1-4B5F-4A64-B886-A3F48D43BF1B}" presName="connectorText" presStyleLbl="sibTrans2D1" presStyleIdx="6" presStyleCnt="9"/>
      <dgm:spPr/>
      <dgm:t>
        <a:bodyPr/>
        <a:lstStyle/>
        <a:p>
          <a:endParaRPr lang="en-US"/>
        </a:p>
      </dgm:t>
    </dgm:pt>
    <dgm:pt modelId="{96085E83-2A1A-4A03-8C8E-1D36A3391183}" type="pres">
      <dgm:prSet presAssocID="{2B0CEB08-323C-422E-BB74-EDE8457A4E93}" presName="node" presStyleLbl="node1" presStyleIdx="6" presStyleCnt="9" custScaleX="178896" custScaleY="63339" custRadScaleRad="184760" custRadScaleInc="69939">
        <dgm:presLayoutVars>
          <dgm:bulletEnabled val="1"/>
        </dgm:presLayoutVars>
      </dgm:prSet>
      <dgm:spPr>
        <a:prstGeom prst="flowChartPunchedCard">
          <a:avLst/>
        </a:prstGeom>
      </dgm:spPr>
      <dgm:t>
        <a:bodyPr/>
        <a:lstStyle/>
        <a:p>
          <a:endParaRPr lang="en-US"/>
        </a:p>
      </dgm:t>
    </dgm:pt>
    <dgm:pt modelId="{E123BED9-F154-426F-B897-DE12E68C42D1}" type="pres">
      <dgm:prSet presAssocID="{D1ABDAC1-DAEF-47D4-A1F1-229D7CCD2215}" presName="parTrans" presStyleLbl="sibTrans2D1" presStyleIdx="7" presStyleCnt="9"/>
      <dgm:spPr/>
      <dgm:t>
        <a:bodyPr/>
        <a:lstStyle/>
        <a:p>
          <a:endParaRPr lang="en-US"/>
        </a:p>
      </dgm:t>
    </dgm:pt>
    <dgm:pt modelId="{A325228E-7CD4-435C-BCD7-02157E47AE10}" type="pres">
      <dgm:prSet presAssocID="{D1ABDAC1-DAEF-47D4-A1F1-229D7CCD2215}" presName="connectorText" presStyleLbl="sibTrans2D1" presStyleIdx="7" presStyleCnt="9"/>
      <dgm:spPr/>
      <dgm:t>
        <a:bodyPr/>
        <a:lstStyle/>
        <a:p>
          <a:endParaRPr lang="en-US"/>
        </a:p>
      </dgm:t>
    </dgm:pt>
    <dgm:pt modelId="{2F00C38C-26F9-43B4-A518-526AF89B24EC}" type="pres">
      <dgm:prSet presAssocID="{4CAE59EB-EF34-4D2C-A62B-43558E2B0F5C}" presName="node" presStyleLbl="node1" presStyleIdx="7" presStyleCnt="9" custScaleX="178896" custScaleY="63339" custRadScaleRad="190179" custRadScaleInc="-25264">
        <dgm:presLayoutVars>
          <dgm:bulletEnabled val="1"/>
        </dgm:presLayoutVars>
      </dgm:prSet>
      <dgm:spPr>
        <a:prstGeom prst="flowChartPunchedCard">
          <a:avLst/>
        </a:prstGeom>
      </dgm:spPr>
      <dgm:t>
        <a:bodyPr/>
        <a:lstStyle/>
        <a:p>
          <a:endParaRPr lang="en-US"/>
        </a:p>
      </dgm:t>
    </dgm:pt>
    <dgm:pt modelId="{FA8116C6-9D74-4104-A3E8-0BD3170E234A}" type="pres">
      <dgm:prSet presAssocID="{3CD102F8-5939-4E35-AEA9-ABB640FD7EDF}" presName="parTrans" presStyleLbl="sibTrans2D1" presStyleIdx="8" presStyleCnt="9"/>
      <dgm:spPr/>
      <dgm:t>
        <a:bodyPr/>
        <a:lstStyle/>
        <a:p>
          <a:endParaRPr lang="en-US"/>
        </a:p>
      </dgm:t>
    </dgm:pt>
    <dgm:pt modelId="{13AB464A-903C-410C-ABA6-1046F2DF35B3}" type="pres">
      <dgm:prSet presAssocID="{3CD102F8-5939-4E35-AEA9-ABB640FD7EDF}" presName="connectorText" presStyleLbl="sibTrans2D1" presStyleIdx="8" presStyleCnt="9"/>
      <dgm:spPr/>
      <dgm:t>
        <a:bodyPr/>
        <a:lstStyle/>
        <a:p>
          <a:endParaRPr lang="en-US"/>
        </a:p>
      </dgm:t>
    </dgm:pt>
    <dgm:pt modelId="{2B54E9AC-1946-4518-ABEB-1D12D5F93E74}" type="pres">
      <dgm:prSet presAssocID="{0C7E4577-23E2-48D5-BD92-8785657FCC44}" presName="node" presStyleLbl="node1" presStyleIdx="8" presStyleCnt="9" custScaleX="178896" custScaleY="63339" custRadScaleRad="172712" custRadScaleInc="-120133">
        <dgm:presLayoutVars>
          <dgm:bulletEnabled val="1"/>
        </dgm:presLayoutVars>
      </dgm:prSet>
      <dgm:spPr>
        <a:prstGeom prst="flowChartPunchedCard">
          <a:avLst/>
        </a:prstGeom>
      </dgm:spPr>
      <dgm:t>
        <a:bodyPr/>
        <a:lstStyle/>
        <a:p>
          <a:endParaRPr lang="en-US"/>
        </a:p>
      </dgm:t>
    </dgm:pt>
  </dgm:ptLst>
  <dgm:cxnLst>
    <dgm:cxn modelId="{6D956A4C-F1C6-4333-BF1A-D092F0D665F4}" srcId="{13F506B2-3EAC-4EFD-870C-FCF00844DCE8}" destId="{1AE529FE-7D64-46A0-A8FD-CA51FAA87D2E}" srcOrd="3" destOrd="0" parTransId="{2177CF5B-7E86-422B-87F6-4531A8E817C5}" sibTransId="{FDDFB073-B2DB-4913-8E9F-A594922A0CB3}"/>
    <dgm:cxn modelId="{D67F720E-DBE4-4D6B-A3CC-7B7B6BCE9D7B}" type="presOf" srcId="{B51364D4-ADFF-4D2F-B236-187A11CCED18}" destId="{69252812-E092-49AE-A2CA-2129A068257B}" srcOrd="0" destOrd="0" presId="urn:microsoft.com/office/officeart/2005/8/layout/radial5"/>
    <dgm:cxn modelId="{6C298050-AA5B-479A-82FF-AEE4099797AA}" srcId="{13F506B2-3EAC-4EFD-870C-FCF00844DCE8}" destId="{BD13E111-A9B8-4514-9891-78384F41FC93}" srcOrd="0" destOrd="0" parTransId="{BBFE8953-CF09-4A8A-B6D7-8607CFAC42B9}" sibTransId="{EC6837F3-51EA-42AB-A57B-CC0E70B7414D}"/>
    <dgm:cxn modelId="{A33BC284-D0DD-4F97-B6E3-2ED60753DA39}" type="presOf" srcId="{2177CF5B-7E86-422B-87F6-4531A8E817C5}" destId="{4C9DE356-D3AB-447D-8CCC-FA97A4AAA1EE}" srcOrd="0" destOrd="0" presId="urn:microsoft.com/office/officeart/2005/8/layout/radial5"/>
    <dgm:cxn modelId="{32104A51-14BD-4813-9C06-47B348C1B434}" type="presOf" srcId="{035AA8BF-A53F-46DE-9E79-0B84FFBEA6A3}" destId="{5A323CAA-48DB-48B3-9136-47F5F0BE1051}" srcOrd="0" destOrd="0" presId="urn:microsoft.com/office/officeart/2005/8/layout/radial5"/>
    <dgm:cxn modelId="{A0F8631D-F40F-4017-B8DE-C0DEB038C463}" type="presOf" srcId="{F278E654-160B-42EB-B94F-8686E26EAA7B}" destId="{D6C56D43-020D-4D6E-99AA-60BF30C6F1D1}" srcOrd="0" destOrd="0" presId="urn:microsoft.com/office/officeart/2005/8/layout/radial5"/>
    <dgm:cxn modelId="{9EB731F3-3B39-4AE7-9DCE-7DC6E1C104D7}" type="presOf" srcId="{191054D1-4B5F-4A64-B886-A3F48D43BF1B}" destId="{FC3BEE7B-ABD4-4972-A9AE-E8F4B8699A1A}" srcOrd="0" destOrd="0" presId="urn:microsoft.com/office/officeart/2005/8/layout/radial5"/>
    <dgm:cxn modelId="{13680379-456E-4E20-8BC6-9D8909CBEFF4}" type="presOf" srcId="{6886EAB9-33B8-46D3-B815-FDEAB2728EA9}" destId="{0B76864C-F8C5-4C0F-86A0-C2F634FA9918}" srcOrd="0" destOrd="0" presId="urn:microsoft.com/office/officeart/2005/8/layout/radial5"/>
    <dgm:cxn modelId="{C95DB6F1-CB31-44CA-B0A4-C64AFD0A174E}" type="presOf" srcId="{035AA8BF-A53F-46DE-9E79-0B84FFBEA6A3}" destId="{5EA816F3-D5AA-460E-BD5A-01C4E5F00509}" srcOrd="1" destOrd="0" presId="urn:microsoft.com/office/officeart/2005/8/layout/radial5"/>
    <dgm:cxn modelId="{D3EB858A-918D-49A1-BBDF-99F30DA98094}" type="presOf" srcId="{BBFE8953-CF09-4A8A-B6D7-8607CFAC42B9}" destId="{7F82CECE-F3EA-44F9-BDD9-B3C5D779B93E}" srcOrd="0" destOrd="0" presId="urn:microsoft.com/office/officeart/2005/8/layout/radial5"/>
    <dgm:cxn modelId="{FF4100BC-39F4-453B-ADD7-7F1CA99DE7AB}" srcId="{13F506B2-3EAC-4EFD-870C-FCF00844DCE8}" destId="{07317526-C3C7-44CE-A0A3-7C4CE4A0086D}" srcOrd="2" destOrd="0" parTransId="{C05279CE-7AF7-4C94-86F9-02B9A71510CA}" sibTransId="{53D3B3B1-8418-4002-9752-D4B2CFDB6D74}"/>
    <dgm:cxn modelId="{C26F860B-2174-4FA6-A362-7DC4BFBEEABE}" type="presOf" srcId="{C5959D99-46A3-4472-8E29-E134B1FA438F}" destId="{B2D1824B-3913-4DDE-AC8D-46E19D23AC43}" srcOrd="0" destOrd="0" presId="urn:microsoft.com/office/officeart/2005/8/layout/radial5"/>
    <dgm:cxn modelId="{2CE0CC1E-75D8-4F07-B8AA-27921759B19F}" type="presOf" srcId="{BBFE8953-CF09-4A8A-B6D7-8607CFAC42B9}" destId="{3F926BFB-A9AF-4A3C-82C8-3913D194D8CF}" srcOrd="1" destOrd="0" presId="urn:microsoft.com/office/officeart/2005/8/layout/radial5"/>
    <dgm:cxn modelId="{EC3A0945-EEFA-42A9-824E-34A1B746C34B}" type="presOf" srcId="{13F506B2-3EAC-4EFD-870C-FCF00844DCE8}" destId="{F825E54D-9667-4528-83D5-3EB590F0BDD4}" srcOrd="0" destOrd="0" presId="urn:microsoft.com/office/officeart/2005/8/layout/radial5"/>
    <dgm:cxn modelId="{E74DAFB2-33DC-486A-8A2B-DB9434F9C9CC}" type="presOf" srcId="{F278E654-160B-42EB-B94F-8686E26EAA7B}" destId="{0CF3DE05-50E9-4CBA-AAD7-699785925370}" srcOrd="1" destOrd="0" presId="urn:microsoft.com/office/officeart/2005/8/layout/radial5"/>
    <dgm:cxn modelId="{5FE513A9-6185-4A7F-A3E0-8398469AE5A3}" type="presOf" srcId="{F78C340F-EC6F-41BE-A8F3-DE46A6ED023C}" destId="{F7F30E48-CE60-45A7-8996-7DA725E4D923}" srcOrd="0" destOrd="0" presId="urn:microsoft.com/office/officeart/2005/8/layout/radial5"/>
    <dgm:cxn modelId="{B86BA609-C227-41F0-91AB-F9E73D43B6C5}" srcId="{13F506B2-3EAC-4EFD-870C-FCF00844DCE8}" destId="{4CAE59EB-EF34-4D2C-A62B-43558E2B0F5C}" srcOrd="7" destOrd="0" parTransId="{D1ABDAC1-DAEF-47D4-A1F1-229D7CCD2215}" sibTransId="{3C891AC4-FD3A-4A07-8AE9-3958A4DEA36D}"/>
    <dgm:cxn modelId="{23CF0D7C-BC09-445B-909E-F6025FE6C8AD}" type="presOf" srcId="{FC79F7AB-4BBB-4D73-895F-0AB874FD3839}" destId="{A9356D62-53C5-4C1A-9452-7B4C3AA0A063}" srcOrd="1" destOrd="0" presId="urn:microsoft.com/office/officeart/2005/8/layout/radial5"/>
    <dgm:cxn modelId="{C6395CE6-4A1B-4B04-9D10-A950FAA125E4}" type="presOf" srcId="{D1ABDAC1-DAEF-47D4-A1F1-229D7CCD2215}" destId="{E123BED9-F154-426F-B897-DE12E68C42D1}" srcOrd="0" destOrd="0" presId="urn:microsoft.com/office/officeart/2005/8/layout/radial5"/>
    <dgm:cxn modelId="{AFF61602-14D0-4891-9259-E7BDD49BF629}" srcId="{13F506B2-3EAC-4EFD-870C-FCF00844DCE8}" destId="{2B0CEB08-323C-422E-BB74-EDE8457A4E93}" srcOrd="6" destOrd="0" parTransId="{191054D1-4B5F-4A64-B886-A3F48D43BF1B}" sibTransId="{AF2CA85D-4456-4B27-90E1-01EB2D4099DB}"/>
    <dgm:cxn modelId="{6B36CD69-1376-4FF8-8A59-17E57501A2D8}" srcId="{6886EAB9-33B8-46D3-B815-FDEAB2728EA9}" destId="{13F506B2-3EAC-4EFD-870C-FCF00844DCE8}" srcOrd="0" destOrd="0" parTransId="{7DC8837D-9EAA-4B6D-9461-355517CDE3DE}" sibTransId="{B2EE62AD-6B83-454C-B0B2-3460C603C20B}"/>
    <dgm:cxn modelId="{0ECD6B71-9FB9-42CC-95FA-3F83C296270F}" type="presOf" srcId="{FC79F7AB-4BBB-4D73-895F-0AB874FD3839}" destId="{4D94FBF9-C487-4096-ADE1-B95B0FE0B8F1}" srcOrd="0" destOrd="0" presId="urn:microsoft.com/office/officeart/2005/8/layout/radial5"/>
    <dgm:cxn modelId="{AA1F0224-E1F2-43FD-B2E7-AF5D44EF5BFA}" type="presOf" srcId="{3CD102F8-5939-4E35-AEA9-ABB640FD7EDF}" destId="{13AB464A-903C-410C-ABA6-1046F2DF35B3}" srcOrd="1" destOrd="0" presId="urn:microsoft.com/office/officeart/2005/8/layout/radial5"/>
    <dgm:cxn modelId="{043DD425-FACE-41E2-9AB4-26FA4B137CD6}" type="presOf" srcId="{BD13E111-A9B8-4514-9891-78384F41FC93}" destId="{CA923F5A-F707-45B8-813F-A260EA220F9B}" srcOrd="0" destOrd="0" presId="urn:microsoft.com/office/officeart/2005/8/layout/radial5"/>
    <dgm:cxn modelId="{37EF18BE-135D-42DC-B4D5-346800028A75}" srcId="{13F506B2-3EAC-4EFD-870C-FCF00844DCE8}" destId="{0C7E4577-23E2-48D5-BD92-8785657FCC44}" srcOrd="8" destOrd="0" parTransId="{3CD102F8-5939-4E35-AEA9-ABB640FD7EDF}" sibTransId="{92F18523-4FD4-4DE0-9F89-46BDF0E1EB83}"/>
    <dgm:cxn modelId="{DC1F00E7-8357-4B57-B261-DB15E14902DD}" type="presOf" srcId="{C05279CE-7AF7-4C94-86F9-02B9A71510CA}" destId="{ABD4EEF9-D972-46B8-94F2-C970B192AC03}" srcOrd="1" destOrd="0" presId="urn:microsoft.com/office/officeart/2005/8/layout/radial5"/>
    <dgm:cxn modelId="{EEFA4940-193A-48B4-A4D3-E4AD4BD78ABC}" type="presOf" srcId="{4CAE59EB-EF34-4D2C-A62B-43558E2B0F5C}" destId="{2F00C38C-26F9-43B4-A518-526AF89B24EC}" srcOrd="0" destOrd="0" presId="urn:microsoft.com/office/officeart/2005/8/layout/radial5"/>
    <dgm:cxn modelId="{9A14BC1E-DC13-4D76-AC75-7225001A4B74}" type="presOf" srcId="{C05279CE-7AF7-4C94-86F9-02B9A71510CA}" destId="{A3DC0A5C-34FA-42BA-B554-30BEF88966C5}" srcOrd="0" destOrd="0" presId="urn:microsoft.com/office/officeart/2005/8/layout/radial5"/>
    <dgm:cxn modelId="{84503B69-A0D9-4A47-AB7D-DC4A48964E65}" type="presOf" srcId="{3CD102F8-5939-4E35-AEA9-ABB640FD7EDF}" destId="{FA8116C6-9D74-4104-A3E8-0BD3170E234A}" srcOrd="0" destOrd="0" presId="urn:microsoft.com/office/officeart/2005/8/layout/radial5"/>
    <dgm:cxn modelId="{B4B2CED4-015C-4E0A-A122-2F253E992717}" type="presOf" srcId="{2B0CEB08-323C-422E-BB74-EDE8457A4E93}" destId="{96085E83-2A1A-4A03-8C8E-1D36A3391183}" srcOrd="0" destOrd="0" presId="urn:microsoft.com/office/officeart/2005/8/layout/radial5"/>
    <dgm:cxn modelId="{113B9C31-EE1A-4D24-822A-CDEF4C1AACA1}" srcId="{13F506B2-3EAC-4EFD-870C-FCF00844DCE8}" destId="{C5959D99-46A3-4472-8E29-E134B1FA438F}" srcOrd="1" destOrd="0" parTransId="{F278E654-160B-42EB-B94F-8686E26EAA7B}" sibTransId="{99158D99-F092-46CC-97E5-F52FBFB78700}"/>
    <dgm:cxn modelId="{CDC34F9E-7F8E-41E8-AD6C-4A4259B4ABC4}" srcId="{13F506B2-3EAC-4EFD-870C-FCF00844DCE8}" destId="{F78C340F-EC6F-41BE-A8F3-DE46A6ED023C}" srcOrd="5" destOrd="0" parTransId="{FC79F7AB-4BBB-4D73-895F-0AB874FD3839}" sibTransId="{2B682559-80ED-4DA6-AB07-D9A27F2D8DDB}"/>
    <dgm:cxn modelId="{BBEFEBB1-FE4C-4F91-A6AD-574A076D5E21}" type="presOf" srcId="{1AE529FE-7D64-46A0-A8FD-CA51FAA87D2E}" destId="{6FBD4649-6743-45A2-AFD8-6E10AA4AC4FB}" srcOrd="0" destOrd="0" presId="urn:microsoft.com/office/officeart/2005/8/layout/radial5"/>
    <dgm:cxn modelId="{DF129AEF-106E-49D9-B02E-569E2D20B730}" type="presOf" srcId="{07317526-C3C7-44CE-A0A3-7C4CE4A0086D}" destId="{A86C15AA-E79B-48A7-A616-7BE36AF9DF60}" srcOrd="0" destOrd="0" presId="urn:microsoft.com/office/officeart/2005/8/layout/radial5"/>
    <dgm:cxn modelId="{EAA75712-4A99-41F3-B945-AF63C144EBB3}" type="presOf" srcId="{191054D1-4B5F-4A64-B886-A3F48D43BF1B}" destId="{8FE615E9-D4F3-4BFA-B9BE-3363F9930E81}" srcOrd="1" destOrd="0" presId="urn:microsoft.com/office/officeart/2005/8/layout/radial5"/>
    <dgm:cxn modelId="{579D7627-BB03-4551-B647-0208CF2114F7}" type="presOf" srcId="{D1ABDAC1-DAEF-47D4-A1F1-229D7CCD2215}" destId="{A325228E-7CD4-435C-BCD7-02157E47AE10}" srcOrd="1" destOrd="0" presId="urn:microsoft.com/office/officeart/2005/8/layout/radial5"/>
    <dgm:cxn modelId="{A4388016-99FD-4DF2-A8E5-F98D50C6338C}" type="presOf" srcId="{0C7E4577-23E2-48D5-BD92-8785657FCC44}" destId="{2B54E9AC-1946-4518-ABEB-1D12D5F93E74}" srcOrd="0" destOrd="0" presId="urn:microsoft.com/office/officeart/2005/8/layout/radial5"/>
    <dgm:cxn modelId="{CE01C211-DBBD-417E-BFB5-9C44290A98EA}" type="presOf" srcId="{2177CF5B-7E86-422B-87F6-4531A8E817C5}" destId="{D57C036C-2682-4CBC-B524-69F591276A9C}" srcOrd="1" destOrd="0" presId="urn:microsoft.com/office/officeart/2005/8/layout/radial5"/>
    <dgm:cxn modelId="{FA641BDE-9488-41DD-ADEF-3527AE71CDBE}" srcId="{13F506B2-3EAC-4EFD-870C-FCF00844DCE8}" destId="{B51364D4-ADFF-4D2F-B236-187A11CCED18}" srcOrd="4" destOrd="0" parTransId="{035AA8BF-A53F-46DE-9E79-0B84FFBEA6A3}" sibTransId="{6923BA1C-3319-4DB8-B093-FE45A082FAE2}"/>
    <dgm:cxn modelId="{AC070DED-B155-405B-BAC5-64EF41D6CFCF}" type="presParOf" srcId="{0B76864C-F8C5-4C0F-86A0-C2F634FA9918}" destId="{F825E54D-9667-4528-83D5-3EB590F0BDD4}" srcOrd="0" destOrd="0" presId="urn:microsoft.com/office/officeart/2005/8/layout/radial5"/>
    <dgm:cxn modelId="{41CBBF40-1595-4AA4-966D-A8B7C87BC24F}" type="presParOf" srcId="{0B76864C-F8C5-4C0F-86A0-C2F634FA9918}" destId="{7F82CECE-F3EA-44F9-BDD9-B3C5D779B93E}" srcOrd="1" destOrd="0" presId="urn:microsoft.com/office/officeart/2005/8/layout/radial5"/>
    <dgm:cxn modelId="{F03FC5F5-C6BE-4054-947A-C8788AB19075}" type="presParOf" srcId="{7F82CECE-F3EA-44F9-BDD9-B3C5D779B93E}" destId="{3F926BFB-A9AF-4A3C-82C8-3913D194D8CF}" srcOrd="0" destOrd="0" presId="urn:microsoft.com/office/officeart/2005/8/layout/radial5"/>
    <dgm:cxn modelId="{26C45C14-0A8E-44EB-9C0E-2084C92B848E}" type="presParOf" srcId="{0B76864C-F8C5-4C0F-86A0-C2F634FA9918}" destId="{CA923F5A-F707-45B8-813F-A260EA220F9B}" srcOrd="2" destOrd="0" presId="urn:microsoft.com/office/officeart/2005/8/layout/radial5"/>
    <dgm:cxn modelId="{C1F91D61-34A1-4890-BE93-6F4106C9C8A4}" type="presParOf" srcId="{0B76864C-F8C5-4C0F-86A0-C2F634FA9918}" destId="{D6C56D43-020D-4D6E-99AA-60BF30C6F1D1}" srcOrd="3" destOrd="0" presId="urn:microsoft.com/office/officeart/2005/8/layout/radial5"/>
    <dgm:cxn modelId="{E13015D7-636B-45B0-9330-2CE541CF3B0B}" type="presParOf" srcId="{D6C56D43-020D-4D6E-99AA-60BF30C6F1D1}" destId="{0CF3DE05-50E9-4CBA-AAD7-699785925370}" srcOrd="0" destOrd="0" presId="urn:microsoft.com/office/officeart/2005/8/layout/radial5"/>
    <dgm:cxn modelId="{480A570F-E3AA-4721-B590-61ADB28545A5}" type="presParOf" srcId="{0B76864C-F8C5-4C0F-86A0-C2F634FA9918}" destId="{B2D1824B-3913-4DDE-AC8D-46E19D23AC43}" srcOrd="4" destOrd="0" presId="urn:microsoft.com/office/officeart/2005/8/layout/radial5"/>
    <dgm:cxn modelId="{676DC84D-524E-494E-B6C0-C00A14D9CDD0}" type="presParOf" srcId="{0B76864C-F8C5-4C0F-86A0-C2F634FA9918}" destId="{A3DC0A5C-34FA-42BA-B554-30BEF88966C5}" srcOrd="5" destOrd="0" presId="urn:microsoft.com/office/officeart/2005/8/layout/radial5"/>
    <dgm:cxn modelId="{0136425A-E3E2-4A44-9850-4CF85BE58412}" type="presParOf" srcId="{A3DC0A5C-34FA-42BA-B554-30BEF88966C5}" destId="{ABD4EEF9-D972-46B8-94F2-C970B192AC03}" srcOrd="0" destOrd="0" presId="urn:microsoft.com/office/officeart/2005/8/layout/radial5"/>
    <dgm:cxn modelId="{037AA984-DD6C-464D-844E-DE3C06182526}" type="presParOf" srcId="{0B76864C-F8C5-4C0F-86A0-C2F634FA9918}" destId="{A86C15AA-E79B-48A7-A616-7BE36AF9DF60}" srcOrd="6" destOrd="0" presId="urn:microsoft.com/office/officeart/2005/8/layout/radial5"/>
    <dgm:cxn modelId="{78963DFB-A58E-4E85-AA21-E9D3C7A9F1B2}" type="presParOf" srcId="{0B76864C-F8C5-4C0F-86A0-C2F634FA9918}" destId="{4C9DE356-D3AB-447D-8CCC-FA97A4AAA1EE}" srcOrd="7" destOrd="0" presId="urn:microsoft.com/office/officeart/2005/8/layout/radial5"/>
    <dgm:cxn modelId="{50B1B3DF-03C6-4697-88B2-D755E97A1D86}" type="presParOf" srcId="{4C9DE356-D3AB-447D-8CCC-FA97A4AAA1EE}" destId="{D57C036C-2682-4CBC-B524-69F591276A9C}" srcOrd="0" destOrd="0" presId="urn:microsoft.com/office/officeart/2005/8/layout/radial5"/>
    <dgm:cxn modelId="{7F07E7C0-BAD9-4C5B-984C-A8D883E70DEB}" type="presParOf" srcId="{0B76864C-F8C5-4C0F-86A0-C2F634FA9918}" destId="{6FBD4649-6743-45A2-AFD8-6E10AA4AC4FB}" srcOrd="8" destOrd="0" presId="urn:microsoft.com/office/officeart/2005/8/layout/radial5"/>
    <dgm:cxn modelId="{E7D4A117-2DF1-4F1E-83A2-134693741FAA}" type="presParOf" srcId="{0B76864C-F8C5-4C0F-86A0-C2F634FA9918}" destId="{5A323CAA-48DB-48B3-9136-47F5F0BE1051}" srcOrd="9" destOrd="0" presId="urn:microsoft.com/office/officeart/2005/8/layout/radial5"/>
    <dgm:cxn modelId="{069B351D-B3BA-481D-9E8E-531668A55794}" type="presParOf" srcId="{5A323CAA-48DB-48B3-9136-47F5F0BE1051}" destId="{5EA816F3-D5AA-460E-BD5A-01C4E5F00509}" srcOrd="0" destOrd="0" presId="urn:microsoft.com/office/officeart/2005/8/layout/radial5"/>
    <dgm:cxn modelId="{7AFD258C-2733-4AD4-BA49-2EEA809C7F0E}" type="presParOf" srcId="{0B76864C-F8C5-4C0F-86A0-C2F634FA9918}" destId="{69252812-E092-49AE-A2CA-2129A068257B}" srcOrd="10" destOrd="0" presId="urn:microsoft.com/office/officeart/2005/8/layout/radial5"/>
    <dgm:cxn modelId="{F5F93F19-87E2-4A52-BE62-F7EEB4120CA0}" type="presParOf" srcId="{0B76864C-F8C5-4C0F-86A0-C2F634FA9918}" destId="{4D94FBF9-C487-4096-ADE1-B95B0FE0B8F1}" srcOrd="11" destOrd="0" presId="urn:microsoft.com/office/officeart/2005/8/layout/radial5"/>
    <dgm:cxn modelId="{AC92336E-F7C7-4E70-AD75-BBDD04001B72}" type="presParOf" srcId="{4D94FBF9-C487-4096-ADE1-B95B0FE0B8F1}" destId="{A9356D62-53C5-4C1A-9452-7B4C3AA0A063}" srcOrd="0" destOrd="0" presId="urn:microsoft.com/office/officeart/2005/8/layout/radial5"/>
    <dgm:cxn modelId="{61822340-F7BF-4EC5-A35E-4BA390FA72DC}" type="presParOf" srcId="{0B76864C-F8C5-4C0F-86A0-C2F634FA9918}" destId="{F7F30E48-CE60-45A7-8996-7DA725E4D923}" srcOrd="12" destOrd="0" presId="urn:microsoft.com/office/officeart/2005/8/layout/radial5"/>
    <dgm:cxn modelId="{CDF18CE8-6D1D-4F61-8F62-37C94394E769}" type="presParOf" srcId="{0B76864C-F8C5-4C0F-86A0-C2F634FA9918}" destId="{FC3BEE7B-ABD4-4972-A9AE-E8F4B8699A1A}" srcOrd="13" destOrd="0" presId="urn:microsoft.com/office/officeart/2005/8/layout/radial5"/>
    <dgm:cxn modelId="{CC8B52BE-D59F-4DC2-ACA4-225216E606EF}" type="presParOf" srcId="{FC3BEE7B-ABD4-4972-A9AE-E8F4B8699A1A}" destId="{8FE615E9-D4F3-4BFA-B9BE-3363F9930E81}" srcOrd="0" destOrd="0" presId="urn:microsoft.com/office/officeart/2005/8/layout/radial5"/>
    <dgm:cxn modelId="{14FCC5FD-8E33-40DE-B4CA-A2CEDB618858}" type="presParOf" srcId="{0B76864C-F8C5-4C0F-86A0-C2F634FA9918}" destId="{96085E83-2A1A-4A03-8C8E-1D36A3391183}" srcOrd="14" destOrd="0" presId="urn:microsoft.com/office/officeart/2005/8/layout/radial5"/>
    <dgm:cxn modelId="{859CE987-0464-44B8-A9AE-946DD8CDD3C8}" type="presParOf" srcId="{0B76864C-F8C5-4C0F-86A0-C2F634FA9918}" destId="{E123BED9-F154-426F-B897-DE12E68C42D1}" srcOrd="15" destOrd="0" presId="urn:microsoft.com/office/officeart/2005/8/layout/radial5"/>
    <dgm:cxn modelId="{A49C7016-A0ED-4237-ABF5-AA503642FD8A}" type="presParOf" srcId="{E123BED9-F154-426F-B897-DE12E68C42D1}" destId="{A325228E-7CD4-435C-BCD7-02157E47AE10}" srcOrd="0" destOrd="0" presId="urn:microsoft.com/office/officeart/2005/8/layout/radial5"/>
    <dgm:cxn modelId="{5CD16A0C-F1EF-43C0-A49A-68926B47640F}" type="presParOf" srcId="{0B76864C-F8C5-4C0F-86A0-C2F634FA9918}" destId="{2F00C38C-26F9-43B4-A518-526AF89B24EC}" srcOrd="16" destOrd="0" presId="urn:microsoft.com/office/officeart/2005/8/layout/radial5"/>
    <dgm:cxn modelId="{24AF164A-1B51-447E-9A35-224A6846C097}" type="presParOf" srcId="{0B76864C-F8C5-4C0F-86A0-C2F634FA9918}" destId="{FA8116C6-9D74-4104-A3E8-0BD3170E234A}" srcOrd="17" destOrd="0" presId="urn:microsoft.com/office/officeart/2005/8/layout/radial5"/>
    <dgm:cxn modelId="{2251B192-95E5-4F8E-803D-8000C2B82492}" type="presParOf" srcId="{FA8116C6-9D74-4104-A3E8-0BD3170E234A}" destId="{13AB464A-903C-410C-ABA6-1046F2DF35B3}" srcOrd="0" destOrd="0" presId="urn:microsoft.com/office/officeart/2005/8/layout/radial5"/>
    <dgm:cxn modelId="{C5768503-F4FB-48D2-A511-15A099849EA5}" type="presParOf" srcId="{0B76864C-F8C5-4C0F-86A0-C2F634FA9918}" destId="{2B54E9AC-1946-4518-ABEB-1D12D5F93E74}" srcOrd="18" destOrd="0" presId="urn:microsoft.com/office/officeart/2005/8/layout/radial5"/>
  </dgm:cxnLst>
  <dgm:bg/>
  <dgm:whole/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EE0C45B-BD24-40DE-83A4-321534B0FFB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60BF28-CD6B-4A60-BB4E-8010C85D1C55}">
      <dgm:prSet phldrT="[Text]" custT="1"/>
      <dgm:spPr/>
      <dgm:t>
        <a:bodyPr/>
        <a:lstStyle/>
        <a:p>
          <a:r>
            <a:rPr lang="sq-AL" sz="2000" noProof="0" dirty="0" smtClean="0"/>
            <a:t>Kushtet gjate krijimit te </a:t>
          </a:r>
          <a:r>
            <a:rPr lang="sq-AL" sz="2000" dirty="0" smtClean="0"/>
            <a:t>Ç</a:t>
          </a:r>
          <a:r>
            <a:rPr lang="sq-AL" sz="2000" noProof="0" dirty="0" err="1" smtClean="0"/>
            <a:t>elsit</a:t>
          </a:r>
          <a:r>
            <a:rPr lang="en-US" sz="2000" noProof="0" dirty="0" smtClean="0"/>
            <a:t> </a:t>
          </a:r>
          <a:r>
            <a:rPr lang="sq-AL" sz="2000" noProof="0" dirty="0" smtClean="0"/>
            <a:t>hartografik</a:t>
          </a:r>
          <a:endParaRPr lang="sq-AL" sz="2000" noProof="0" dirty="0"/>
        </a:p>
      </dgm:t>
    </dgm:pt>
    <dgm:pt modelId="{3B6C3AA8-FF00-4402-A74C-0F6CE84AF7C8}" type="parTrans" cxnId="{12C03E74-A152-42B8-B51B-8A813C855077}">
      <dgm:prSet/>
      <dgm:spPr/>
      <dgm:t>
        <a:bodyPr/>
        <a:lstStyle/>
        <a:p>
          <a:endParaRPr lang="en-US"/>
        </a:p>
      </dgm:t>
    </dgm:pt>
    <dgm:pt modelId="{127708EA-5A92-497D-A11B-8ADA12ACCF8A}" type="sibTrans" cxnId="{12C03E74-A152-42B8-B51B-8A813C855077}">
      <dgm:prSet/>
      <dgm:spPr/>
      <dgm:t>
        <a:bodyPr/>
        <a:lstStyle/>
        <a:p>
          <a:endParaRPr lang="en-US"/>
        </a:p>
      </dgm:t>
    </dgm:pt>
    <dgm:pt modelId="{9B921C8B-6922-46C1-9C97-CBD1004367EE}" type="asst">
      <dgm:prSet phldrT="[Text]" custT="1"/>
      <dgm:spPr/>
      <dgm:t>
        <a:bodyPr/>
        <a:lstStyle/>
        <a:p>
          <a:r>
            <a:rPr lang="sq-AL" sz="1600" noProof="0" smtClean="0"/>
            <a:t>Te jene pjese e objekteve ne natyre </a:t>
          </a:r>
          <a:endParaRPr lang="sq-AL" sz="1600" noProof="0"/>
        </a:p>
      </dgm:t>
    </dgm:pt>
    <dgm:pt modelId="{0C245C89-7B15-4DF9-A208-37FA9F74CD4B}" type="parTrans" cxnId="{C0D6503D-D2DB-48DF-842F-F0C79B8FB246}">
      <dgm:prSet/>
      <dgm:spPr/>
      <dgm:t>
        <a:bodyPr/>
        <a:lstStyle/>
        <a:p>
          <a:endParaRPr lang="en-US"/>
        </a:p>
      </dgm:t>
    </dgm:pt>
    <dgm:pt modelId="{949AAFDD-6240-4C13-9EC4-96A31BB757A6}" type="sibTrans" cxnId="{C0D6503D-D2DB-48DF-842F-F0C79B8FB246}">
      <dgm:prSet/>
      <dgm:spPr/>
      <dgm:t>
        <a:bodyPr/>
        <a:lstStyle/>
        <a:p>
          <a:endParaRPr lang="en-US"/>
        </a:p>
      </dgm:t>
    </dgm:pt>
    <dgm:pt modelId="{B220C2FE-7992-49CA-881B-51B49E80A5EC}">
      <dgm:prSet phldrT="[Text]" custT="1"/>
      <dgm:spPr/>
      <dgm:t>
        <a:bodyPr/>
        <a:lstStyle/>
        <a:p>
          <a:r>
            <a:rPr lang="sq-AL" sz="1600" noProof="0" dirty="0" smtClean="0"/>
            <a:t>Te jete pjese e </a:t>
          </a:r>
          <a:r>
            <a:rPr lang="sq-AL" sz="1600" noProof="0" dirty="0" err="1" smtClean="0"/>
            <a:t>njerit</a:t>
          </a:r>
          <a:r>
            <a:rPr lang="sq-AL" sz="1600" noProof="0" dirty="0" smtClean="0"/>
            <a:t> prej grupeve te objekteve qe janë objekt I paraqitjes ne hartat topografike </a:t>
          </a:r>
          <a:endParaRPr lang="sq-AL" sz="1600" noProof="0" dirty="0"/>
        </a:p>
      </dgm:t>
    </dgm:pt>
    <dgm:pt modelId="{38566373-275B-4EDD-8309-F069CE609D7F}" type="parTrans" cxnId="{D89C458A-E8DC-40D4-91B1-D27201F1CD0F}">
      <dgm:prSet/>
      <dgm:spPr/>
      <dgm:t>
        <a:bodyPr/>
        <a:lstStyle/>
        <a:p>
          <a:endParaRPr lang="en-US"/>
        </a:p>
      </dgm:t>
    </dgm:pt>
    <dgm:pt modelId="{EA560402-9F4A-4CEE-B948-1C9B85A1B27B}" type="sibTrans" cxnId="{D89C458A-E8DC-40D4-91B1-D27201F1CD0F}">
      <dgm:prSet/>
      <dgm:spPr/>
      <dgm:t>
        <a:bodyPr/>
        <a:lstStyle/>
        <a:p>
          <a:endParaRPr lang="en-US"/>
        </a:p>
      </dgm:t>
    </dgm:pt>
    <dgm:pt modelId="{DA123E99-E41C-4B5C-B70C-24678096CDDB}">
      <dgm:prSet phldrT="[Text]" custT="1"/>
      <dgm:spPr/>
      <dgm:t>
        <a:bodyPr/>
        <a:lstStyle/>
        <a:p>
          <a:r>
            <a:rPr lang="sq-AL" sz="1600" noProof="0" smtClean="0"/>
            <a:t>Shkalla e hartes topografike</a:t>
          </a:r>
          <a:endParaRPr lang="sq-AL" sz="1600" noProof="0"/>
        </a:p>
      </dgm:t>
    </dgm:pt>
    <dgm:pt modelId="{754DFAE1-46DB-41F1-ADE1-C6E0D88EC64D}" type="parTrans" cxnId="{5E4185CD-B929-4242-A3EC-813D68661058}">
      <dgm:prSet/>
      <dgm:spPr/>
      <dgm:t>
        <a:bodyPr/>
        <a:lstStyle/>
        <a:p>
          <a:endParaRPr lang="en-US"/>
        </a:p>
      </dgm:t>
    </dgm:pt>
    <dgm:pt modelId="{06025A1C-BCC2-4A59-A1AD-503FCAC4A49B}" type="sibTrans" cxnId="{5E4185CD-B929-4242-A3EC-813D68661058}">
      <dgm:prSet/>
      <dgm:spPr/>
      <dgm:t>
        <a:bodyPr/>
        <a:lstStyle/>
        <a:p>
          <a:endParaRPr lang="en-US"/>
        </a:p>
      </dgm:t>
    </dgm:pt>
    <dgm:pt modelId="{BBDCBBFC-7C07-48F0-BD58-DF98F404457E}">
      <dgm:prSet phldrT="[Text]" custT="1"/>
      <dgm:spPr/>
      <dgm:t>
        <a:bodyPr/>
        <a:lstStyle/>
        <a:p>
          <a:r>
            <a:rPr lang="sq-AL" sz="1600" noProof="0" dirty="0" smtClean="0"/>
            <a:t>Karakteristik</a:t>
          </a:r>
          <a:r>
            <a:rPr lang="en-US" sz="1600" noProof="0" dirty="0" smtClean="0"/>
            <a:t>a</a:t>
          </a:r>
          <a:r>
            <a:rPr lang="sq-AL" sz="1600" noProof="0" dirty="0" smtClean="0"/>
            <a:t>t e terrenit </a:t>
          </a:r>
          <a:endParaRPr lang="sq-AL" sz="1400" noProof="0" dirty="0"/>
        </a:p>
      </dgm:t>
    </dgm:pt>
    <dgm:pt modelId="{3A802700-D9BC-4170-8793-4A1F4C64A8EF}" type="parTrans" cxnId="{8194B3BA-B5EE-4BFE-AE7D-D1903BABBB94}">
      <dgm:prSet/>
      <dgm:spPr/>
      <dgm:t>
        <a:bodyPr/>
        <a:lstStyle/>
        <a:p>
          <a:endParaRPr lang="en-US"/>
        </a:p>
      </dgm:t>
    </dgm:pt>
    <dgm:pt modelId="{1FC4B441-8761-4AA3-9F4C-29AFD8DE97AA}" type="sibTrans" cxnId="{8194B3BA-B5EE-4BFE-AE7D-D1903BABBB94}">
      <dgm:prSet/>
      <dgm:spPr/>
      <dgm:t>
        <a:bodyPr/>
        <a:lstStyle/>
        <a:p>
          <a:endParaRPr lang="en-US"/>
        </a:p>
      </dgm:t>
    </dgm:pt>
    <dgm:pt modelId="{10F3F487-7002-4918-ABBA-259D8D6A3E2A}" type="asst">
      <dgm:prSet phldrT="[Text]" custT="1"/>
      <dgm:spPr/>
      <dgm:t>
        <a:bodyPr/>
        <a:lstStyle/>
        <a:p>
          <a:r>
            <a:rPr lang="sq-AL" sz="1600" noProof="0" smtClean="0"/>
            <a:t>Te kete dimensine te barabarta ose mbi minimumin e lejuar</a:t>
          </a:r>
          <a:endParaRPr lang="sq-AL" sz="1600" noProof="0"/>
        </a:p>
      </dgm:t>
    </dgm:pt>
    <dgm:pt modelId="{9E834501-A36B-4809-AC50-FAC8CF2EADB3}" type="parTrans" cxnId="{776672B7-24CE-44C7-8F9D-947845CCDB6C}">
      <dgm:prSet/>
      <dgm:spPr/>
      <dgm:t>
        <a:bodyPr/>
        <a:lstStyle/>
        <a:p>
          <a:endParaRPr lang="en-US"/>
        </a:p>
      </dgm:t>
    </dgm:pt>
    <dgm:pt modelId="{9F4E34D3-5062-428B-8A47-859B877D6788}" type="sibTrans" cxnId="{776672B7-24CE-44C7-8F9D-947845CCDB6C}">
      <dgm:prSet/>
      <dgm:spPr/>
      <dgm:t>
        <a:bodyPr/>
        <a:lstStyle/>
        <a:p>
          <a:endParaRPr lang="en-US"/>
        </a:p>
      </dgm:t>
    </dgm:pt>
    <dgm:pt modelId="{79FAD1C9-3C8F-4F7E-9ACC-3E8E7A1476C9}" type="asst">
      <dgm:prSet phldrT="[Text]" custT="1"/>
      <dgm:spPr/>
      <dgm:t>
        <a:bodyPr/>
        <a:lstStyle/>
        <a:p>
          <a:r>
            <a:rPr lang="sq-AL" sz="1600" noProof="0" smtClean="0"/>
            <a:t>Te jene paluajtshmeri</a:t>
          </a:r>
          <a:endParaRPr lang="sq-AL" sz="1600" noProof="0"/>
        </a:p>
      </dgm:t>
    </dgm:pt>
    <dgm:pt modelId="{F99BB629-5143-414E-B13C-A387917B20CC}" type="parTrans" cxnId="{455EB16D-527A-4E35-A0DB-F3E0D7F1A735}">
      <dgm:prSet/>
      <dgm:spPr/>
      <dgm:t>
        <a:bodyPr/>
        <a:lstStyle/>
        <a:p>
          <a:endParaRPr lang="en-US"/>
        </a:p>
      </dgm:t>
    </dgm:pt>
    <dgm:pt modelId="{3644F233-453F-4A30-9241-53288B45B010}" type="sibTrans" cxnId="{455EB16D-527A-4E35-A0DB-F3E0D7F1A735}">
      <dgm:prSet/>
      <dgm:spPr/>
      <dgm:t>
        <a:bodyPr/>
        <a:lstStyle/>
        <a:p>
          <a:endParaRPr lang="en-US"/>
        </a:p>
      </dgm:t>
    </dgm:pt>
    <dgm:pt modelId="{99D4461F-6804-4CB6-81FB-2E8752C21BD0}" type="asst">
      <dgm:prSet phldrT="[Text]" custT="1"/>
      <dgm:spPr/>
      <dgm:t>
        <a:bodyPr/>
        <a:lstStyle/>
        <a:p>
          <a:r>
            <a:rPr lang="sq-AL" sz="1600" noProof="0" smtClean="0"/>
            <a:t>Te jete mbi siperfaqen e Tokes</a:t>
          </a:r>
          <a:endParaRPr lang="sq-AL" sz="1600" noProof="0"/>
        </a:p>
      </dgm:t>
    </dgm:pt>
    <dgm:pt modelId="{F1A577AF-59E1-498F-AB5B-50C571F9BFDE}" type="parTrans" cxnId="{4CA9EB4F-9920-4D2E-AAD4-9B9220487D88}">
      <dgm:prSet/>
      <dgm:spPr/>
      <dgm:t>
        <a:bodyPr/>
        <a:lstStyle/>
        <a:p>
          <a:endParaRPr lang="en-US"/>
        </a:p>
      </dgm:t>
    </dgm:pt>
    <dgm:pt modelId="{10978A6E-2D3C-4FF8-9D47-0A9F65C7AC83}" type="sibTrans" cxnId="{4CA9EB4F-9920-4D2E-AAD4-9B9220487D88}">
      <dgm:prSet/>
      <dgm:spPr/>
      <dgm:t>
        <a:bodyPr/>
        <a:lstStyle/>
        <a:p>
          <a:endParaRPr lang="en-US"/>
        </a:p>
      </dgm:t>
    </dgm:pt>
    <dgm:pt modelId="{DAA4C573-EF31-4A9E-9CBA-CEFC3D164018}" type="pres">
      <dgm:prSet presAssocID="{4EE0C45B-BD24-40DE-83A4-321534B0FFB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59D2E070-13B9-4D5B-B4F6-23AB71810B0A}" type="pres">
      <dgm:prSet presAssocID="{1660BF28-CD6B-4A60-BB4E-8010C85D1C55}" presName="hierRoot1" presStyleCnt="0">
        <dgm:presLayoutVars>
          <dgm:hierBranch val="init"/>
        </dgm:presLayoutVars>
      </dgm:prSet>
      <dgm:spPr/>
    </dgm:pt>
    <dgm:pt modelId="{584D386E-259F-4E27-9DD6-92B32A8D7B19}" type="pres">
      <dgm:prSet presAssocID="{1660BF28-CD6B-4A60-BB4E-8010C85D1C55}" presName="rootComposite1" presStyleCnt="0"/>
      <dgm:spPr/>
    </dgm:pt>
    <dgm:pt modelId="{8D20E254-9264-4198-9AA8-90062B338726}" type="pres">
      <dgm:prSet presAssocID="{1660BF28-CD6B-4A60-BB4E-8010C85D1C55}" presName="rootText1" presStyleLbl="node0" presStyleIdx="0" presStyleCnt="1" custScaleX="14510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817C749-14EA-4C63-956D-F60E3EAA7B43}" type="pres">
      <dgm:prSet presAssocID="{1660BF28-CD6B-4A60-BB4E-8010C85D1C55}" presName="rootConnector1" presStyleLbl="node1" presStyleIdx="0" presStyleCnt="0"/>
      <dgm:spPr/>
      <dgm:t>
        <a:bodyPr/>
        <a:lstStyle/>
        <a:p>
          <a:endParaRPr lang="en-US"/>
        </a:p>
      </dgm:t>
    </dgm:pt>
    <dgm:pt modelId="{C0A5B716-C616-49FE-A3B7-BF9EA8729A48}" type="pres">
      <dgm:prSet presAssocID="{1660BF28-CD6B-4A60-BB4E-8010C85D1C55}" presName="hierChild2" presStyleCnt="0"/>
      <dgm:spPr/>
    </dgm:pt>
    <dgm:pt modelId="{022BFB2E-9B67-4FA5-A011-D49E55CD6CB4}" type="pres">
      <dgm:prSet presAssocID="{38566373-275B-4EDD-8309-F069CE609D7F}" presName="Name37" presStyleLbl="parChTrans1D2" presStyleIdx="0" presStyleCnt="7"/>
      <dgm:spPr/>
      <dgm:t>
        <a:bodyPr/>
        <a:lstStyle/>
        <a:p>
          <a:endParaRPr lang="en-US"/>
        </a:p>
      </dgm:t>
    </dgm:pt>
    <dgm:pt modelId="{B9F2753A-38A1-4CE6-9A95-ABD365F21660}" type="pres">
      <dgm:prSet presAssocID="{B220C2FE-7992-49CA-881B-51B49E80A5EC}" presName="hierRoot2" presStyleCnt="0">
        <dgm:presLayoutVars>
          <dgm:hierBranch val="init"/>
        </dgm:presLayoutVars>
      </dgm:prSet>
      <dgm:spPr/>
    </dgm:pt>
    <dgm:pt modelId="{28E66457-A0DE-4445-BAA2-BA4328CFA4D4}" type="pres">
      <dgm:prSet presAssocID="{B220C2FE-7992-49CA-881B-51B49E80A5EC}" presName="rootComposite" presStyleCnt="0"/>
      <dgm:spPr/>
    </dgm:pt>
    <dgm:pt modelId="{DD5D05EB-54D2-47D8-8BE4-3BB1DEDCEA9D}" type="pres">
      <dgm:prSet presAssocID="{B220C2FE-7992-49CA-881B-51B49E80A5EC}" presName="rootText" presStyleLbl="node2" presStyleIdx="0" presStyleCnt="3" custScaleX="127367" custScaleY="106113" custLinFactNeighborX="-22250" custLinFactNeighborY="-242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0F3DCF2-08D2-473A-B499-3C56476B218C}" type="pres">
      <dgm:prSet presAssocID="{B220C2FE-7992-49CA-881B-51B49E80A5EC}" presName="rootConnector" presStyleLbl="node2" presStyleIdx="0" presStyleCnt="3"/>
      <dgm:spPr/>
      <dgm:t>
        <a:bodyPr/>
        <a:lstStyle/>
        <a:p>
          <a:endParaRPr lang="en-US"/>
        </a:p>
      </dgm:t>
    </dgm:pt>
    <dgm:pt modelId="{B839CEB9-A012-4219-ABF7-B9E39CD8D85B}" type="pres">
      <dgm:prSet presAssocID="{B220C2FE-7992-49CA-881B-51B49E80A5EC}" presName="hierChild4" presStyleCnt="0"/>
      <dgm:spPr/>
    </dgm:pt>
    <dgm:pt modelId="{5E135069-AC44-412C-97EE-4ACCA3FCC703}" type="pres">
      <dgm:prSet presAssocID="{B220C2FE-7992-49CA-881B-51B49E80A5EC}" presName="hierChild5" presStyleCnt="0"/>
      <dgm:spPr/>
    </dgm:pt>
    <dgm:pt modelId="{6800AB34-BCDD-4A4C-A739-44BD27046BBB}" type="pres">
      <dgm:prSet presAssocID="{754DFAE1-46DB-41F1-ADE1-C6E0D88EC64D}" presName="Name37" presStyleLbl="parChTrans1D2" presStyleIdx="1" presStyleCnt="7"/>
      <dgm:spPr/>
      <dgm:t>
        <a:bodyPr/>
        <a:lstStyle/>
        <a:p>
          <a:endParaRPr lang="en-US"/>
        </a:p>
      </dgm:t>
    </dgm:pt>
    <dgm:pt modelId="{2C9D8E63-1F5E-49BF-A366-5DAAF916C9A1}" type="pres">
      <dgm:prSet presAssocID="{DA123E99-E41C-4B5C-B70C-24678096CDDB}" presName="hierRoot2" presStyleCnt="0">
        <dgm:presLayoutVars>
          <dgm:hierBranch val="init"/>
        </dgm:presLayoutVars>
      </dgm:prSet>
      <dgm:spPr/>
    </dgm:pt>
    <dgm:pt modelId="{342EA53D-3495-4B49-8CC5-77009C61A4A1}" type="pres">
      <dgm:prSet presAssocID="{DA123E99-E41C-4B5C-B70C-24678096CDDB}" presName="rootComposite" presStyleCnt="0"/>
      <dgm:spPr/>
    </dgm:pt>
    <dgm:pt modelId="{E049AE6A-5915-4204-AF91-BCD000EC9CCD}" type="pres">
      <dgm:prSet presAssocID="{DA123E99-E41C-4B5C-B70C-24678096CDDB}" presName="rootText" presStyleLbl="node2" presStyleIdx="1" presStyleCnt="3" custScaleX="98909" custScaleY="106113" custLinFactNeighborX="-774" custLinFactNeighborY="-242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8BF049F-E5A5-457C-BC0B-C22428F48DA4}" type="pres">
      <dgm:prSet presAssocID="{DA123E99-E41C-4B5C-B70C-24678096CDDB}" presName="rootConnector" presStyleLbl="node2" presStyleIdx="1" presStyleCnt="3"/>
      <dgm:spPr/>
      <dgm:t>
        <a:bodyPr/>
        <a:lstStyle/>
        <a:p>
          <a:endParaRPr lang="en-US"/>
        </a:p>
      </dgm:t>
    </dgm:pt>
    <dgm:pt modelId="{53F81B18-50A8-4BA6-A74C-8E48001E97B6}" type="pres">
      <dgm:prSet presAssocID="{DA123E99-E41C-4B5C-B70C-24678096CDDB}" presName="hierChild4" presStyleCnt="0"/>
      <dgm:spPr/>
    </dgm:pt>
    <dgm:pt modelId="{E96132BE-68E7-4DF9-B253-6B06A5B7589C}" type="pres">
      <dgm:prSet presAssocID="{DA123E99-E41C-4B5C-B70C-24678096CDDB}" presName="hierChild5" presStyleCnt="0"/>
      <dgm:spPr/>
    </dgm:pt>
    <dgm:pt modelId="{6EE93F02-492F-42A8-A799-231F5B26E41C}" type="pres">
      <dgm:prSet presAssocID="{3A802700-D9BC-4170-8793-4A1F4C64A8EF}" presName="Name37" presStyleLbl="parChTrans1D2" presStyleIdx="2" presStyleCnt="7"/>
      <dgm:spPr/>
      <dgm:t>
        <a:bodyPr/>
        <a:lstStyle/>
        <a:p>
          <a:endParaRPr lang="en-US"/>
        </a:p>
      </dgm:t>
    </dgm:pt>
    <dgm:pt modelId="{D628ABD3-4D25-4560-8C61-B73475A029B4}" type="pres">
      <dgm:prSet presAssocID="{BBDCBBFC-7C07-48F0-BD58-DF98F404457E}" presName="hierRoot2" presStyleCnt="0">
        <dgm:presLayoutVars>
          <dgm:hierBranch val="init"/>
        </dgm:presLayoutVars>
      </dgm:prSet>
      <dgm:spPr/>
    </dgm:pt>
    <dgm:pt modelId="{A517EB00-1B1F-4189-B5CC-FD518CC95962}" type="pres">
      <dgm:prSet presAssocID="{BBDCBBFC-7C07-48F0-BD58-DF98F404457E}" presName="rootComposite" presStyleCnt="0"/>
      <dgm:spPr/>
    </dgm:pt>
    <dgm:pt modelId="{2E8E2DBB-1138-47E5-BB56-BF917CF32473}" type="pres">
      <dgm:prSet presAssocID="{BBDCBBFC-7C07-48F0-BD58-DF98F404457E}" presName="rootText" presStyleLbl="node2" presStyleIdx="2" presStyleCnt="3" custScaleX="98909" custScaleY="106113" custLinFactNeighborX="24422" custLinFactNeighborY="-242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DBC1E0B-FFEF-467B-B576-F7AFA1F9DAF2}" type="pres">
      <dgm:prSet presAssocID="{BBDCBBFC-7C07-48F0-BD58-DF98F404457E}" presName="rootConnector" presStyleLbl="node2" presStyleIdx="2" presStyleCnt="3"/>
      <dgm:spPr/>
      <dgm:t>
        <a:bodyPr/>
        <a:lstStyle/>
        <a:p>
          <a:endParaRPr lang="en-US"/>
        </a:p>
      </dgm:t>
    </dgm:pt>
    <dgm:pt modelId="{D76D16C2-E748-488B-8FF7-4F66D97746A5}" type="pres">
      <dgm:prSet presAssocID="{BBDCBBFC-7C07-48F0-BD58-DF98F404457E}" presName="hierChild4" presStyleCnt="0"/>
      <dgm:spPr/>
    </dgm:pt>
    <dgm:pt modelId="{5F268BE0-9CA6-46D3-9A6D-1E8613808A4B}" type="pres">
      <dgm:prSet presAssocID="{BBDCBBFC-7C07-48F0-BD58-DF98F404457E}" presName="hierChild5" presStyleCnt="0"/>
      <dgm:spPr/>
    </dgm:pt>
    <dgm:pt modelId="{0E8B186B-A718-4A3B-BC04-5560E85F4E44}" type="pres">
      <dgm:prSet presAssocID="{1660BF28-CD6B-4A60-BB4E-8010C85D1C55}" presName="hierChild3" presStyleCnt="0"/>
      <dgm:spPr/>
    </dgm:pt>
    <dgm:pt modelId="{6F13E867-1D9E-4F2E-AF2E-FFBF05B7AE61}" type="pres">
      <dgm:prSet presAssocID="{0C245C89-7B15-4DF9-A208-37FA9F74CD4B}" presName="Name111" presStyleLbl="parChTrans1D2" presStyleIdx="3" presStyleCnt="7"/>
      <dgm:spPr/>
      <dgm:t>
        <a:bodyPr/>
        <a:lstStyle/>
        <a:p>
          <a:endParaRPr lang="en-US"/>
        </a:p>
      </dgm:t>
    </dgm:pt>
    <dgm:pt modelId="{F0A39DEE-E0A2-4E62-881B-2D3D93D3FB90}" type="pres">
      <dgm:prSet presAssocID="{9B921C8B-6922-46C1-9C97-CBD1004367EE}" presName="hierRoot3" presStyleCnt="0">
        <dgm:presLayoutVars>
          <dgm:hierBranch val="init"/>
        </dgm:presLayoutVars>
      </dgm:prSet>
      <dgm:spPr/>
    </dgm:pt>
    <dgm:pt modelId="{504D251F-9B4D-454A-AA14-F491D92AE614}" type="pres">
      <dgm:prSet presAssocID="{9B921C8B-6922-46C1-9C97-CBD1004367EE}" presName="rootComposite3" presStyleCnt="0"/>
      <dgm:spPr/>
    </dgm:pt>
    <dgm:pt modelId="{E07E7AAD-01A5-4EC1-876D-EA0B432851F9}" type="pres">
      <dgm:prSet presAssocID="{9B921C8B-6922-46C1-9C97-CBD1004367EE}" presName="rootText3" presStyleLbl="asst1" presStyleIdx="0" presStyleCnt="4" custScaleX="111124" custScaleY="104665" custLinFactNeighborX="-48213" custLinFactNeighborY="-2328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EEC59BC-BAA6-40D0-A3CB-ABED6BB8F01B}" type="pres">
      <dgm:prSet presAssocID="{9B921C8B-6922-46C1-9C97-CBD1004367EE}" presName="rootConnector3" presStyleLbl="asst1" presStyleIdx="0" presStyleCnt="4"/>
      <dgm:spPr/>
      <dgm:t>
        <a:bodyPr/>
        <a:lstStyle/>
        <a:p>
          <a:endParaRPr lang="en-US"/>
        </a:p>
      </dgm:t>
    </dgm:pt>
    <dgm:pt modelId="{CFD12BC6-0936-4F82-A2DB-DC27BE1A9DFF}" type="pres">
      <dgm:prSet presAssocID="{9B921C8B-6922-46C1-9C97-CBD1004367EE}" presName="hierChild6" presStyleCnt="0"/>
      <dgm:spPr/>
    </dgm:pt>
    <dgm:pt modelId="{35A71067-F866-4E66-A828-183999BCA6FC}" type="pres">
      <dgm:prSet presAssocID="{9B921C8B-6922-46C1-9C97-CBD1004367EE}" presName="hierChild7" presStyleCnt="0"/>
      <dgm:spPr/>
    </dgm:pt>
    <dgm:pt modelId="{D4F4C0BB-9CD3-47A0-92FF-D244CE21A33D}" type="pres">
      <dgm:prSet presAssocID="{F99BB629-5143-414E-B13C-A387917B20CC}" presName="Name111" presStyleLbl="parChTrans1D2" presStyleIdx="4" presStyleCnt="7"/>
      <dgm:spPr/>
      <dgm:t>
        <a:bodyPr/>
        <a:lstStyle/>
        <a:p>
          <a:endParaRPr lang="en-US"/>
        </a:p>
      </dgm:t>
    </dgm:pt>
    <dgm:pt modelId="{829D59A4-3EED-489C-A0DB-D50A13B6BDC7}" type="pres">
      <dgm:prSet presAssocID="{79FAD1C9-3C8F-4F7E-9ACC-3E8E7A1476C9}" presName="hierRoot3" presStyleCnt="0">
        <dgm:presLayoutVars>
          <dgm:hierBranch val="init"/>
        </dgm:presLayoutVars>
      </dgm:prSet>
      <dgm:spPr/>
    </dgm:pt>
    <dgm:pt modelId="{E2E79D44-F9DF-4A61-83C1-5852E0A781C6}" type="pres">
      <dgm:prSet presAssocID="{79FAD1C9-3C8F-4F7E-9ACC-3E8E7A1476C9}" presName="rootComposite3" presStyleCnt="0"/>
      <dgm:spPr/>
    </dgm:pt>
    <dgm:pt modelId="{381B69B1-202B-411A-AB26-7B797091F0EB}" type="pres">
      <dgm:prSet presAssocID="{79FAD1C9-3C8F-4F7E-9ACC-3E8E7A1476C9}" presName="rootText3" presStyleLbl="asst1" presStyleIdx="1" presStyleCnt="4" custScaleX="111124" custScaleY="104665" custLinFactNeighborX="35967" custLinFactNeighborY="-2328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CCE2469-1915-4134-80A5-9C28609D68AE}" type="pres">
      <dgm:prSet presAssocID="{79FAD1C9-3C8F-4F7E-9ACC-3E8E7A1476C9}" presName="rootConnector3" presStyleLbl="asst1" presStyleIdx="1" presStyleCnt="4"/>
      <dgm:spPr/>
      <dgm:t>
        <a:bodyPr/>
        <a:lstStyle/>
        <a:p>
          <a:endParaRPr lang="en-US"/>
        </a:p>
      </dgm:t>
    </dgm:pt>
    <dgm:pt modelId="{BCEB33E9-C2F9-4DB0-A5B3-3D52361215F5}" type="pres">
      <dgm:prSet presAssocID="{79FAD1C9-3C8F-4F7E-9ACC-3E8E7A1476C9}" presName="hierChild6" presStyleCnt="0"/>
      <dgm:spPr/>
    </dgm:pt>
    <dgm:pt modelId="{BCC187C8-C4A2-4864-B281-5C48A2757122}" type="pres">
      <dgm:prSet presAssocID="{79FAD1C9-3C8F-4F7E-9ACC-3E8E7A1476C9}" presName="hierChild7" presStyleCnt="0"/>
      <dgm:spPr/>
    </dgm:pt>
    <dgm:pt modelId="{E434A90A-C6CD-4E61-BA31-C857C82C8BCA}" type="pres">
      <dgm:prSet presAssocID="{F1A577AF-59E1-498F-AB5B-50C571F9BFDE}" presName="Name111" presStyleLbl="parChTrans1D2" presStyleIdx="5" presStyleCnt="7"/>
      <dgm:spPr/>
      <dgm:t>
        <a:bodyPr/>
        <a:lstStyle/>
        <a:p>
          <a:endParaRPr lang="en-US"/>
        </a:p>
      </dgm:t>
    </dgm:pt>
    <dgm:pt modelId="{7D9E898F-B466-47E4-89D5-0A73B3F15727}" type="pres">
      <dgm:prSet presAssocID="{99D4461F-6804-4CB6-81FB-2E8752C21BD0}" presName="hierRoot3" presStyleCnt="0">
        <dgm:presLayoutVars>
          <dgm:hierBranch val="init"/>
        </dgm:presLayoutVars>
      </dgm:prSet>
      <dgm:spPr/>
    </dgm:pt>
    <dgm:pt modelId="{8573E289-3715-4284-85B7-9E6A8B775703}" type="pres">
      <dgm:prSet presAssocID="{99D4461F-6804-4CB6-81FB-2E8752C21BD0}" presName="rootComposite3" presStyleCnt="0"/>
      <dgm:spPr/>
    </dgm:pt>
    <dgm:pt modelId="{3B3328F1-C07C-4044-BFAB-DC271BCB69BC}" type="pres">
      <dgm:prSet presAssocID="{99D4461F-6804-4CB6-81FB-2E8752C21BD0}" presName="rootText3" presStyleLbl="asst1" presStyleIdx="2" presStyleCnt="4" custScaleX="111124" custScaleY="104665" custLinFactNeighborX="-48213" custLinFactNeighborY="-462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D12EF9A-912E-44F7-BA37-FCC3463BD7E8}" type="pres">
      <dgm:prSet presAssocID="{99D4461F-6804-4CB6-81FB-2E8752C21BD0}" presName="rootConnector3" presStyleLbl="asst1" presStyleIdx="2" presStyleCnt="4"/>
      <dgm:spPr/>
      <dgm:t>
        <a:bodyPr/>
        <a:lstStyle/>
        <a:p>
          <a:endParaRPr lang="en-US"/>
        </a:p>
      </dgm:t>
    </dgm:pt>
    <dgm:pt modelId="{46D0AE2A-3BD8-4130-9F92-E96452F3AF2F}" type="pres">
      <dgm:prSet presAssocID="{99D4461F-6804-4CB6-81FB-2E8752C21BD0}" presName="hierChild6" presStyleCnt="0"/>
      <dgm:spPr/>
    </dgm:pt>
    <dgm:pt modelId="{730417E8-970F-4181-B147-1BF1D16CB113}" type="pres">
      <dgm:prSet presAssocID="{99D4461F-6804-4CB6-81FB-2E8752C21BD0}" presName="hierChild7" presStyleCnt="0"/>
      <dgm:spPr/>
    </dgm:pt>
    <dgm:pt modelId="{8BE50389-02B9-4243-8033-546FFFED1C61}" type="pres">
      <dgm:prSet presAssocID="{9E834501-A36B-4809-AC50-FAC8CF2EADB3}" presName="Name111" presStyleLbl="parChTrans1D2" presStyleIdx="6" presStyleCnt="7"/>
      <dgm:spPr/>
      <dgm:t>
        <a:bodyPr/>
        <a:lstStyle/>
        <a:p>
          <a:endParaRPr lang="en-US"/>
        </a:p>
      </dgm:t>
    </dgm:pt>
    <dgm:pt modelId="{4448184C-25F6-449D-9F92-CA44B9507A4F}" type="pres">
      <dgm:prSet presAssocID="{10F3F487-7002-4918-ABBA-259D8D6A3E2A}" presName="hierRoot3" presStyleCnt="0">
        <dgm:presLayoutVars>
          <dgm:hierBranch val="init"/>
        </dgm:presLayoutVars>
      </dgm:prSet>
      <dgm:spPr/>
    </dgm:pt>
    <dgm:pt modelId="{7C510A97-A73C-42C5-A35F-6FB8CEC25E1D}" type="pres">
      <dgm:prSet presAssocID="{10F3F487-7002-4918-ABBA-259D8D6A3E2A}" presName="rootComposite3" presStyleCnt="0"/>
      <dgm:spPr/>
    </dgm:pt>
    <dgm:pt modelId="{D0E1D555-F91A-457A-A492-CC2F5E577DE8}" type="pres">
      <dgm:prSet presAssocID="{10F3F487-7002-4918-ABBA-259D8D6A3E2A}" presName="rootText3" presStyleLbl="asst1" presStyleIdx="3" presStyleCnt="4" custScaleX="111124" custScaleY="104665" custLinFactNeighborX="35967" custLinFactNeighborY="-462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3076B71-E5EB-4BD1-B128-7674C7F9BFE6}" type="pres">
      <dgm:prSet presAssocID="{10F3F487-7002-4918-ABBA-259D8D6A3E2A}" presName="rootConnector3" presStyleLbl="asst1" presStyleIdx="3" presStyleCnt="4"/>
      <dgm:spPr/>
      <dgm:t>
        <a:bodyPr/>
        <a:lstStyle/>
        <a:p>
          <a:endParaRPr lang="en-US"/>
        </a:p>
      </dgm:t>
    </dgm:pt>
    <dgm:pt modelId="{B8FC8E01-33A9-4D96-9AC8-BA5D59019A8B}" type="pres">
      <dgm:prSet presAssocID="{10F3F487-7002-4918-ABBA-259D8D6A3E2A}" presName="hierChild6" presStyleCnt="0"/>
      <dgm:spPr/>
    </dgm:pt>
    <dgm:pt modelId="{7F9E7B50-CA15-4055-B365-058A9CBC730B}" type="pres">
      <dgm:prSet presAssocID="{10F3F487-7002-4918-ABBA-259D8D6A3E2A}" presName="hierChild7" presStyleCnt="0"/>
      <dgm:spPr/>
    </dgm:pt>
  </dgm:ptLst>
  <dgm:cxnLst>
    <dgm:cxn modelId="{F010B19D-49C5-49CA-A0C1-A7FC8D481F70}" type="presOf" srcId="{10F3F487-7002-4918-ABBA-259D8D6A3E2A}" destId="{D0E1D555-F91A-457A-A492-CC2F5E577DE8}" srcOrd="0" destOrd="0" presId="urn:microsoft.com/office/officeart/2005/8/layout/orgChart1"/>
    <dgm:cxn modelId="{455EB16D-527A-4E35-A0DB-F3E0D7F1A735}" srcId="{1660BF28-CD6B-4A60-BB4E-8010C85D1C55}" destId="{79FAD1C9-3C8F-4F7E-9ACC-3E8E7A1476C9}" srcOrd="1" destOrd="0" parTransId="{F99BB629-5143-414E-B13C-A387917B20CC}" sibTransId="{3644F233-453F-4A30-9241-53288B45B010}"/>
    <dgm:cxn modelId="{7956C9A9-2D51-4E10-A4C9-A103F33A2802}" type="presOf" srcId="{79FAD1C9-3C8F-4F7E-9ACC-3E8E7A1476C9}" destId="{381B69B1-202B-411A-AB26-7B797091F0EB}" srcOrd="0" destOrd="0" presId="urn:microsoft.com/office/officeart/2005/8/layout/orgChart1"/>
    <dgm:cxn modelId="{A82D1D6B-7E9C-442E-9FEA-56225E0BFA97}" type="presOf" srcId="{1660BF28-CD6B-4A60-BB4E-8010C85D1C55}" destId="{A817C749-14EA-4C63-956D-F60E3EAA7B43}" srcOrd="1" destOrd="0" presId="urn:microsoft.com/office/officeart/2005/8/layout/orgChart1"/>
    <dgm:cxn modelId="{35E91127-19FE-47D3-B726-3438ACE98D7C}" type="presOf" srcId="{99D4461F-6804-4CB6-81FB-2E8752C21BD0}" destId="{8D12EF9A-912E-44F7-BA37-FCC3463BD7E8}" srcOrd="1" destOrd="0" presId="urn:microsoft.com/office/officeart/2005/8/layout/orgChart1"/>
    <dgm:cxn modelId="{A9840C86-7134-469B-8DB7-C39277ED3196}" type="presOf" srcId="{754DFAE1-46DB-41F1-ADE1-C6E0D88EC64D}" destId="{6800AB34-BCDD-4A4C-A739-44BD27046BBB}" srcOrd="0" destOrd="0" presId="urn:microsoft.com/office/officeart/2005/8/layout/orgChart1"/>
    <dgm:cxn modelId="{8F0B0C6F-794F-45E3-91FE-65D6657F2D80}" type="presOf" srcId="{10F3F487-7002-4918-ABBA-259D8D6A3E2A}" destId="{A3076B71-E5EB-4BD1-B128-7674C7F9BFE6}" srcOrd="1" destOrd="0" presId="urn:microsoft.com/office/officeart/2005/8/layout/orgChart1"/>
    <dgm:cxn modelId="{E98C9044-0216-4334-9779-CC7B5DEDC930}" type="presOf" srcId="{4EE0C45B-BD24-40DE-83A4-321534B0FFB2}" destId="{DAA4C573-EF31-4A9E-9CBA-CEFC3D164018}" srcOrd="0" destOrd="0" presId="urn:microsoft.com/office/officeart/2005/8/layout/orgChart1"/>
    <dgm:cxn modelId="{62C718D7-0642-4DE1-B7FB-15207867BA00}" type="presOf" srcId="{9E834501-A36B-4809-AC50-FAC8CF2EADB3}" destId="{8BE50389-02B9-4243-8033-546FFFED1C61}" srcOrd="0" destOrd="0" presId="urn:microsoft.com/office/officeart/2005/8/layout/orgChart1"/>
    <dgm:cxn modelId="{2FED485A-F657-4208-9C51-74131FBC2890}" type="presOf" srcId="{B220C2FE-7992-49CA-881B-51B49E80A5EC}" destId="{10F3DCF2-08D2-473A-B499-3C56476B218C}" srcOrd="1" destOrd="0" presId="urn:microsoft.com/office/officeart/2005/8/layout/orgChart1"/>
    <dgm:cxn modelId="{6B3CF99D-27EB-4D31-BF3A-59FD6A343148}" type="presOf" srcId="{BBDCBBFC-7C07-48F0-BD58-DF98F404457E}" destId="{BDBC1E0B-FFEF-467B-B576-F7AFA1F9DAF2}" srcOrd="1" destOrd="0" presId="urn:microsoft.com/office/officeart/2005/8/layout/orgChart1"/>
    <dgm:cxn modelId="{7A95FD75-8DBC-423A-B8B8-326A1F2F14AE}" type="presOf" srcId="{38566373-275B-4EDD-8309-F069CE609D7F}" destId="{022BFB2E-9B67-4FA5-A011-D49E55CD6CB4}" srcOrd="0" destOrd="0" presId="urn:microsoft.com/office/officeart/2005/8/layout/orgChart1"/>
    <dgm:cxn modelId="{FD1B0CBA-C8D4-4FC6-A370-CE3730C4DFCE}" type="presOf" srcId="{F99BB629-5143-414E-B13C-A387917B20CC}" destId="{D4F4C0BB-9CD3-47A0-92FF-D244CE21A33D}" srcOrd="0" destOrd="0" presId="urn:microsoft.com/office/officeart/2005/8/layout/orgChart1"/>
    <dgm:cxn modelId="{C0D6503D-D2DB-48DF-842F-F0C79B8FB246}" srcId="{1660BF28-CD6B-4A60-BB4E-8010C85D1C55}" destId="{9B921C8B-6922-46C1-9C97-CBD1004367EE}" srcOrd="0" destOrd="0" parTransId="{0C245C89-7B15-4DF9-A208-37FA9F74CD4B}" sibTransId="{949AAFDD-6240-4C13-9EC4-96A31BB757A6}"/>
    <dgm:cxn modelId="{5E4185CD-B929-4242-A3EC-813D68661058}" srcId="{1660BF28-CD6B-4A60-BB4E-8010C85D1C55}" destId="{DA123E99-E41C-4B5C-B70C-24678096CDDB}" srcOrd="5" destOrd="0" parTransId="{754DFAE1-46DB-41F1-ADE1-C6E0D88EC64D}" sibTransId="{06025A1C-BCC2-4A59-A1AD-503FCAC4A49B}"/>
    <dgm:cxn modelId="{4CA9EB4F-9920-4D2E-AAD4-9B9220487D88}" srcId="{1660BF28-CD6B-4A60-BB4E-8010C85D1C55}" destId="{99D4461F-6804-4CB6-81FB-2E8752C21BD0}" srcOrd="2" destOrd="0" parTransId="{F1A577AF-59E1-498F-AB5B-50C571F9BFDE}" sibTransId="{10978A6E-2D3C-4FF8-9D47-0A9F65C7AC83}"/>
    <dgm:cxn modelId="{231C535E-1C6F-47B2-AC10-2F32A6929102}" type="presOf" srcId="{BBDCBBFC-7C07-48F0-BD58-DF98F404457E}" destId="{2E8E2DBB-1138-47E5-BB56-BF917CF32473}" srcOrd="0" destOrd="0" presId="urn:microsoft.com/office/officeart/2005/8/layout/orgChart1"/>
    <dgm:cxn modelId="{25E69731-7BFB-47D0-A47D-A8973F5EE435}" type="presOf" srcId="{1660BF28-CD6B-4A60-BB4E-8010C85D1C55}" destId="{8D20E254-9264-4198-9AA8-90062B338726}" srcOrd="0" destOrd="0" presId="urn:microsoft.com/office/officeart/2005/8/layout/orgChart1"/>
    <dgm:cxn modelId="{12C03E74-A152-42B8-B51B-8A813C855077}" srcId="{4EE0C45B-BD24-40DE-83A4-321534B0FFB2}" destId="{1660BF28-CD6B-4A60-BB4E-8010C85D1C55}" srcOrd="0" destOrd="0" parTransId="{3B6C3AA8-FF00-4402-A74C-0F6CE84AF7C8}" sibTransId="{127708EA-5A92-497D-A11B-8ADA12ACCF8A}"/>
    <dgm:cxn modelId="{E10BBD4A-D6E8-46D7-99C7-BE11BC44FE5A}" type="presOf" srcId="{79FAD1C9-3C8F-4F7E-9ACC-3E8E7A1476C9}" destId="{ACCE2469-1915-4134-80A5-9C28609D68AE}" srcOrd="1" destOrd="0" presId="urn:microsoft.com/office/officeart/2005/8/layout/orgChart1"/>
    <dgm:cxn modelId="{776672B7-24CE-44C7-8F9D-947845CCDB6C}" srcId="{1660BF28-CD6B-4A60-BB4E-8010C85D1C55}" destId="{10F3F487-7002-4918-ABBA-259D8D6A3E2A}" srcOrd="3" destOrd="0" parTransId="{9E834501-A36B-4809-AC50-FAC8CF2EADB3}" sibTransId="{9F4E34D3-5062-428B-8A47-859B877D6788}"/>
    <dgm:cxn modelId="{02355300-3E21-414D-97C1-798ADB00455F}" type="presOf" srcId="{9B921C8B-6922-46C1-9C97-CBD1004367EE}" destId="{AEEC59BC-BAA6-40D0-A3CB-ABED6BB8F01B}" srcOrd="1" destOrd="0" presId="urn:microsoft.com/office/officeart/2005/8/layout/orgChart1"/>
    <dgm:cxn modelId="{E73495E3-3E9C-47E2-9B54-1B9715A5B896}" type="presOf" srcId="{DA123E99-E41C-4B5C-B70C-24678096CDDB}" destId="{E049AE6A-5915-4204-AF91-BCD000EC9CCD}" srcOrd="0" destOrd="0" presId="urn:microsoft.com/office/officeart/2005/8/layout/orgChart1"/>
    <dgm:cxn modelId="{04CE3E57-BA9E-4FDB-93A5-BABDAC69E05B}" type="presOf" srcId="{0C245C89-7B15-4DF9-A208-37FA9F74CD4B}" destId="{6F13E867-1D9E-4F2E-AF2E-FFBF05B7AE61}" srcOrd="0" destOrd="0" presId="urn:microsoft.com/office/officeart/2005/8/layout/orgChart1"/>
    <dgm:cxn modelId="{FF9EB8CF-237F-4EB2-A292-106421D9ECE4}" type="presOf" srcId="{B220C2FE-7992-49CA-881B-51B49E80A5EC}" destId="{DD5D05EB-54D2-47D8-8BE4-3BB1DEDCEA9D}" srcOrd="0" destOrd="0" presId="urn:microsoft.com/office/officeart/2005/8/layout/orgChart1"/>
    <dgm:cxn modelId="{D32B62F3-F920-4534-A1FA-4F421FB33223}" type="presOf" srcId="{99D4461F-6804-4CB6-81FB-2E8752C21BD0}" destId="{3B3328F1-C07C-4044-BFAB-DC271BCB69BC}" srcOrd="0" destOrd="0" presId="urn:microsoft.com/office/officeart/2005/8/layout/orgChart1"/>
    <dgm:cxn modelId="{0E80F082-DDCB-4778-BDB7-2DA1A73CAF01}" type="presOf" srcId="{9B921C8B-6922-46C1-9C97-CBD1004367EE}" destId="{E07E7AAD-01A5-4EC1-876D-EA0B432851F9}" srcOrd="0" destOrd="0" presId="urn:microsoft.com/office/officeart/2005/8/layout/orgChart1"/>
    <dgm:cxn modelId="{EC23EB01-3861-4CD0-BC40-36AA24DD4712}" type="presOf" srcId="{F1A577AF-59E1-498F-AB5B-50C571F9BFDE}" destId="{E434A90A-C6CD-4E61-BA31-C857C82C8BCA}" srcOrd="0" destOrd="0" presId="urn:microsoft.com/office/officeart/2005/8/layout/orgChart1"/>
    <dgm:cxn modelId="{D89C458A-E8DC-40D4-91B1-D27201F1CD0F}" srcId="{1660BF28-CD6B-4A60-BB4E-8010C85D1C55}" destId="{B220C2FE-7992-49CA-881B-51B49E80A5EC}" srcOrd="4" destOrd="0" parTransId="{38566373-275B-4EDD-8309-F069CE609D7F}" sibTransId="{EA560402-9F4A-4CEE-B948-1C9B85A1B27B}"/>
    <dgm:cxn modelId="{8194B3BA-B5EE-4BFE-AE7D-D1903BABBB94}" srcId="{1660BF28-CD6B-4A60-BB4E-8010C85D1C55}" destId="{BBDCBBFC-7C07-48F0-BD58-DF98F404457E}" srcOrd="6" destOrd="0" parTransId="{3A802700-D9BC-4170-8793-4A1F4C64A8EF}" sibTransId="{1FC4B441-8761-4AA3-9F4C-29AFD8DE97AA}"/>
    <dgm:cxn modelId="{6521052F-A468-46D5-ABFD-CA0E9BB57D6A}" type="presOf" srcId="{DA123E99-E41C-4B5C-B70C-24678096CDDB}" destId="{E8BF049F-E5A5-457C-BC0B-C22428F48DA4}" srcOrd="1" destOrd="0" presId="urn:microsoft.com/office/officeart/2005/8/layout/orgChart1"/>
    <dgm:cxn modelId="{03E8EAFF-33C1-4ED0-9B66-0F02F0162471}" type="presOf" srcId="{3A802700-D9BC-4170-8793-4A1F4C64A8EF}" destId="{6EE93F02-492F-42A8-A799-231F5B26E41C}" srcOrd="0" destOrd="0" presId="urn:microsoft.com/office/officeart/2005/8/layout/orgChart1"/>
    <dgm:cxn modelId="{2E0569E8-2D31-48C5-B4CD-F645D42950F9}" type="presParOf" srcId="{DAA4C573-EF31-4A9E-9CBA-CEFC3D164018}" destId="{59D2E070-13B9-4D5B-B4F6-23AB71810B0A}" srcOrd="0" destOrd="0" presId="urn:microsoft.com/office/officeart/2005/8/layout/orgChart1"/>
    <dgm:cxn modelId="{1272A643-1FB1-4D40-87F3-105CB373047D}" type="presParOf" srcId="{59D2E070-13B9-4D5B-B4F6-23AB71810B0A}" destId="{584D386E-259F-4E27-9DD6-92B32A8D7B19}" srcOrd="0" destOrd="0" presId="urn:microsoft.com/office/officeart/2005/8/layout/orgChart1"/>
    <dgm:cxn modelId="{5AF1DCEF-6F71-4F29-90DF-98ED86FCAB63}" type="presParOf" srcId="{584D386E-259F-4E27-9DD6-92B32A8D7B19}" destId="{8D20E254-9264-4198-9AA8-90062B338726}" srcOrd="0" destOrd="0" presId="urn:microsoft.com/office/officeart/2005/8/layout/orgChart1"/>
    <dgm:cxn modelId="{2E82A6C8-CCA7-4D5D-BF4A-55F63E0D4E56}" type="presParOf" srcId="{584D386E-259F-4E27-9DD6-92B32A8D7B19}" destId="{A817C749-14EA-4C63-956D-F60E3EAA7B43}" srcOrd="1" destOrd="0" presId="urn:microsoft.com/office/officeart/2005/8/layout/orgChart1"/>
    <dgm:cxn modelId="{1E4EB42E-453D-4BF9-8A35-8D267847DEB4}" type="presParOf" srcId="{59D2E070-13B9-4D5B-B4F6-23AB71810B0A}" destId="{C0A5B716-C616-49FE-A3B7-BF9EA8729A48}" srcOrd="1" destOrd="0" presId="urn:microsoft.com/office/officeart/2005/8/layout/orgChart1"/>
    <dgm:cxn modelId="{856E0DDA-6ACA-4873-B5F0-5451138D79FC}" type="presParOf" srcId="{C0A5B716-C616-49FE-A3B7-BF9EA8729A48}" destId="{022BFB2E-9B67-4FA5-A011-D49E55CD6CB4}" srcOrd="0" destOrd="0" presId="urn:microsoft.com/office/officeart/2005/8/layout/orgChart1"/>
    <dgm:cxn modelId="{EF78D3F8-92EA-4CA3-B3AC-A9C0984C08A1}" type="presParOf" srcId="{C0A5B716-C616-49FE-A3B7-BF9EA8729A48}" destId="{B9F2753A-38A1-4CE6-9A95-ABD365F21660}" srcOrd="1" destOrd="0" presId="urn:microsoft.com/office/officeart/2005/8/layout/orgChart1"/>
    <dgm:cxn modelId="{D167DAB1-4F29-4BB0-9548-D743DF543ED3}" type="presParOf" srcId="{B9F2753A-38A1-4CE6-9A95-ABD365F21660}" destId="{28E66457-A0DE-4445-BAA2-BA4328CFA4D4}" srcOrd="0" destOrd="0" presId="urn:microsoft.com/office/officeart/2005/8/layout/orgChart1"/>
    <dgm:cxn modelId="{7EA3FDD7-6D42-483E-B536-3041BF041EDC}" type="presParOf" srcId="{28E66457-A0DE-4445-BAA2-BA4328CFA4D4}" destId="{DD5D05EB-54D2-47D8-8BE4-3BB1DEDCEA9D}" srcOrd="0" destOrd="0" presId="urn:microsoft.com/office/officeart/2005/8/layout/orgChart1"/>
    <dgm:cxn modelId="{310513B6-750F-4911-BAC9-3E14E5F79233}" type="presParOf" srcId="{28E66457-A0DE-4445-BAA2-BA4328CFA4D4}" destId="{10F3DCF2-08D2-473A-B499-3C56476B218C}" srcOrd="1" destOrd="0" presId="urn:microsoft.com/office/officeart/2005/8/layout/orgChart1"/>
    <dgm:cxn modelId="{BA81930C-73E3-4BAD-ADE6-9B13E2141805}" type="presParOf" srcId="{B9F2753A-38A1-4CE6-9A95-ABD365F21660}" destId="{B839CEB9-A012-4219-ABF7-B9E39CD8D85B}" srcOrd="1" destOrd="0" presId="urn:microsoft.com/office/officeart/2005/8/layout/orgChart1"/>
    <dgm:cxn modelId="{7F3160F9-A928-4634-8D2D-8A3DF4C2CFAC}" type="presParOf" srcId="{B9F2753A-38A1-4CE6-9A95-ABD365F21660}" destId="{5E135069-AC44-412C-97EE-4ACCA3FCC703}" srcOrd="2" destOrd="0" presId="urn:microsoft.com/office/officeart/2005/8/layout/orgChart1"/>
    <dgm:cxn modelId="{1F8C6674-ABC2-46FA-B592-767BA52F8E4E}" type="presParOf" srcId="{C0A5B716-C616-49FE-A3B7-BF9EA8729A48}" destId="{6800AB34-BCDD-4A4C-A739-44BD27046BBB}" srcOrd="2" destOrd="0" presId="urn:microsoft.com/office/officeart/2005/8/layout/orgChart1"/>
    <dgm:cxn modelId="{355C3057-5203-4959-947B-BD42E69CB352}" type="presParOf" srcId="{C0A5B716-C616-49FE-A3B7-BF9EA8729A48}" destId="{2C9D8E63-1F5E-49BF-A366-5DAAF916C9A1}" srcOrd="3" destOrd="0" presId="urn:microsoft.com/office/officeart/2005/8/layout/orgChart1"/>
    <dgm:cxn modelId="{C67BB624-23D8-4254-B2B0-482D28191A36}" type="presParOf" srcId="{2C9D8E63-1F5E-49BF-A366-5DAAF916C9A1}" destId="{342EA53D-3495-4B49-8CC5-77009C61A4A1}" srcOrd="0" destOrd="0" presId="urn:microsoft.com/office/officeart/2005/8/layout/orgChart1"/>
    <dgm:cxn modelId="{C216076D-9692-40DF-BB32-1F726B5DBD93}" type="presParOf" srcId="{342EA53D-3495-4B49-8CC5-77009C61A4A1}" destId="{E049AE6A-5915-4204-AF91-BCD000EC9CCD}" srcOrd="0" destOrd="0" presId="urn:microsoft.com/office/officeart/2005/8/layout/orgChart1"/>
    <dgm:cxn modelId="{942CF3E6-BFA4-40F7-A808-8EC203C75001}" type="presParOf" srcId="{342EA53D-3495-4B49-8CC5-77009C61A4A1}" destId="{E8BF049F-E5A5-457C-BC0B-C22428F48DA4}" srcOrd="1" destOrd="0" presId="urn:microsoft.com/office/officeart/2005/8/layout/orgChart1"/>
    <dgm:cxn modelId="{8C494BBD-D028-4169-9351-BE6BA6FD7336}" type="presParOf" srcId="{2C9D8E63-1F5E-49BF-A366-5DAAF916C9A1}" destId="{53F81B18-50A8-4BA6-A74C-8E48001E97B6}" srcOrd="1" destOrd="0" presId="urn:microsoft.com/office/officeart/2005/8/layout/orgChart1"/>
    <dgm:cxn modelId="{78246D48-D42B-4AAD-BB6B-D37F4803CAAC}" type="presParOf" srcId="{2C9D8E63-1F5E-49BF-A366-5DAAF916C9A1}" destId="{E96132BE-68E7-4DF9-B253-6B06A5B7589C}" srcOrd="2" destOrd="0" presId="urn:microsoft.com/office/officeart/2005/8/layout/orgChart1"/>
    <dgm:cxn modelId="{858F7F1B-FC62-4F25-BB7F-B4446CFE05CA}" type="presParOf" srcId="{C0A5B716-C616-49FE-A3B7-BF9EA8729A48}" destId="{6EE93F02-492F-42A8-A799-231F5B26E41C}" srcOrd="4" destOrd="0" presId="urn:microsoft.com/office/officeart/2005/8/layout/orgChart1"/>
    <dgm:cxn modelId="{553095ED-48BB-4C29-8467-5D4F8E643725}" type="presParOf" srcId="{C0A5B716-C616-49FE-A3B7-BF9EA8729A48}" destId="{D628ABD3-4D25-4560-8C61-B73475A029B4}" srcOrd="5" destOrd="0" presId="urn:microsoft.com/office/officeart/2005/8/layout/orgChart1"/>
    <dgm:cxn modelId="{6DBEC7A8-4902-4F9E-9F7A-52BA190F1DC0}" type="presParOf" srcId="{D628ABD3-4D25-4560-8C61-B73475A029B4}" destId="{A517EB00-1B1F-4189-B5CC-FD518CC95962}" srcOrd="0" destOrd="0" presId="urn:microsoft.com/office/officeart/2005/8/layout/orgChart1"/>
    <dgm:cxn modelId="{81A26273-1FB2-4503-BFD3-C48C0C4955AC}" type="presParOf" srcId="{A517EB00-1B1F-4189-B5CC-FD518CC95962}" destId="{2E8E2DBB-1138-47E5-BB56-BF917CF32473}" srcOrd="0" destOrd="0" presId="urn:microsoft.com/office/officeart/2005/8/layout/orgChart1"/>
    <dgm:cxn modelId="{F19713C8-D373-4787-B475-7F072202CA76}" type="presParOf" srcId="{A517EB00-1B1F-4189-B5CC-FD518CC95962}" destId="{BDBC1E0B-FFEF-467B-B576-F7AFA1F9DAF2}" srcOrd="1" destOrd="0" presId="urn:microsoft.com/office/officeart/2005/8/layout/orgChart1"/>
    <dgm:cxn modelId="{DAC5710D-E3D4-42F7-8483-48752C8F3DF3}" type="presParOf" srcId="{D628ABD3-4D25-4560-8C61-B73475A029B4}" destId="{D76D16C2-E748-488B-8FF7-4F66D97746A5}" srcOrd="1" destOrd="0" presId="urn:microsoft.com/office/officeart/2005/8/layout/orgChart1"/>
    <dgm:cxn modelId="{6DEA887F-2F7F-4304-8B3F-5BF1A516761A}" type="presParOf" srcId="{D628ABD3-4D25-4560-8C61-B73475A029B4}" destId="{5F268BE0-9CA6-46D3-9A6D-1E8613808A4B}" srcOrd="2" destOrd="0" presId="urn:microsoft.com/office/officeart/2005/8/layout/orgChart1"/>
    <dgm:cxn modelId="{B194871A-5F59-48CA-8996-D7A83A0B8D51}" type="presParOf" srcId="{59D2E070-13B9-4D5B-B4F6-23AB71810B0A}" destId="{0E8B186B-A718-4A3B-BC04-5560E85F4E44}" srcOrd="2" destOrd="0" presId="urn:microsoft.com/office/officeart/2005/8/layout/orgChart1"/>
    <dgm:cxn modelId="{6850E64F-F88D-4629-913E-BCBA18D2ABEE}" type="presParOf" srcId="{0E8B186B-A718-4A3B-BC04-5560E85F4E44}" destId="{6F13E867-1D9E-4F2E-AF2E-FFBF05B7AE61}" srcOrd="0" destOrd="0" presId="urn:microsoft.com/office/officeart/2005/8/layout/orgChart1"/>
    <dgm:cxn modelId="{95165DC6-B4D6-4958-8B7E-B271CA3907D4}" type="presParOf" srcId="{0E8B186B-A718-4A3B-BC04-5560E85F4E44}" destId="{F0A39DEE-E0A2-4E62-881B-2D3D93D3FB90}" srcOrd="1" destOrd="0" presId="urn:microsoft.com/office/officeart/2005/8/layout/orgChart1"/>
    <dgm:cxn modelId="{69021F2D-01EE-4850-9B75-0015AF6441B9}" type="presParOf" srcId="{F0A39DEE-E0A2-4E62-881B-2D3D93D3FB90}" destId="{504D251F-9B4D-454A-AA14-F491D92AE614}" srcOrd="0" destOrd="0" presId="urn:microsoft.com/office/officeart/2005/8/layout/orgChart1"/>
    <dgm:cxn modelId="{957C7BDB-B5FA-40DE-8810-7B20169150FF}" type="presParOf" srcId="{504D251F-9B4D-454A-AA14-F491D92AE614}" destId="{E07E7AAD-01A5-4EC1-876D-EA0B432851F9}" srcOrd="0" destOrd="0" presId="urn:microsoft.com/office/officeart/2005/8/layout/orgChart1"/>
    <dgm:cxn modelId="{89B510B9-856A-4018-B14F-0DE0ED004123}" type="presParOf" srcId="{504D251F-9B4D-454A-AA14-F491D92AE614}" destId="{AEEC59BC-BAA6-40D0-A3CB-ABED6BB8F01B}" srcOrd="1" destOrd="0" presId="urn:microsoft.com/office/officeart/2005/8/layout/orgChart1"/>
    <dgm:cxn modelId="{125643A2-5D2E-46E3-A2F6-FC7D5FD1217E}" type="presParOf" srcId="{F0A39DEE-E0A2-4E62-881B-2D3D93D3FB90}" destId="{CFD12BC6-0936-4F82-A2DB-DC27BE1A9DFF}" srcOrd="1" destOrd="0" presId="urn:microsoft.com/office/officeart/2005/8/layout/orgChart1"/>
    <dgm:cxn modelId="{39BA2A11-3B49-4197-991A-A4342AC24857}" type="presParOf" srcId="{F0A39DEE-E0A2-4E62-881B-2D3D93D3FB90}" destId="{35A71067-F866-4E66-A828-183999BCA6FC}" srcOrd="2" destOrd="0" presId="urn:microsoft.com/office/officeart/2005/8/layout/orgChart1"/>
    <dgm:cxn modelId="{5FF24C2D-79FB-4547-8823-6514747AE64F}" type="presParOf" srcId="{0E8B186B-A718-4A3B-BC04-5560E85F4E44}" destId="{D4F4C0BB-9CD3-47A0-92FF-D244CE21A33D}" srcOrd="2" destOrd="0" presId="urn:microsoft.com/office/officeart/2005/8/layout/orgChart1"/>
    <dgm:cxn modelId="{629AEAC3-A523-4DE6-AC4C-74BD185E4632}" type="presParOf" srcId="{0E8B186B-A718-4A3B-BC04-5560E85F4E44}" destId="{829D59A4-3EED-489C-A0DB-D50A13B6BDC7}" srcOrd="3" destOrd="0" presId="urn:microsoft.com/office/officeart/2005/8/layout/orgChart1"/>
    <dgm:cxn modelId="{AC005DD0-A461-43F5-B78C-913F771BD015}" type="presParOf" srcId="{829D59A4-3EED-489C-A0DB-D50A13B6BDC7}" destId="{E2E79D44-F9DF-4A61-83C1-5852E0A781C6}" srcOrd="0" destOrd="0" presId="urn:microsoft.com/office/officeart/2005/8/layout/orgChart1"/>
    <dgm:cxn modelId="{9A1DBD22-3817-4545-87A5-E605EB16EC54}" type="presParOf" srcId="{E2E79D44-F9DF-4A61-83C1-5852E0A781C6}" destId="{381B69B1-202B-411A-AB26-7B797091F0EB}" srcOrd="0" destOrd="0" presId="urn:microsoft.com/office/officeart/2005/8/layout/orgChart1"/>
    <dgm:cxn modelId="{B7515377-FD50-4F7F-BF9F-29753B916519}" type="presParOf" srcId="{E2E79D44-F9DF-4A61-83C1-5852E0A781C6}" destId="{ACCE2469-1915-4134-80A5-9C28609D68AE}" srcOrd="1" destOrd="0" presId="urn:microsoft.com/office/officeart/2005/8/layout/orgChart1"/>
    <dgm:cxn modelId="{5E484304-9E09-45F8-A646-64519703F476}" type="presParOf" srcId="{829D59A4-3EED-489C-A0DB-D50A13B6BDC7}" destId="{BCEB33E9-C2F9-4DB0-A5B3-3D52361215F5}" srcOrd="1" destOrd="0" presId="urn:microsoft.com/office/officeart/2005/8/layout/orgChart1"/>
    <dgm:cxn modelId="{2FCDBE8F-8114-45F6-B133-B04035DD8F71}" type="presParOf" srcId="{829D59A4-3EED-489C-A0DB-D50A13B6BDC7}" destId="{BCC187C8-C4A2-4864-B281-5C48A2757122}" srcOrd="2" destOrd="0" presId="urn:microsoft.com/office/officeart/2005/8/layout/orgChart1"/>
    <dgm:cxn modelId="{835AE84F-6F5A-4F75-AB6E-D99039C5ED8A}" type="presParOf" srcId="{0E8B186B-A718-4A3B-BC04-5560E85F4E44}" destId="{E434A90A-C6CD-4E61-BA31-C857C82C8BCA}" srcOrd="4" destOrd="0" presId="urn:microsoft.com/office/officeart/2005/8/layout/orgChart1"/>
    <dgm:cxn modelId="{0F22DEA2-73BC-4FB9-B2F4-E073E354715A}" type="presParOf" srcId="{0E8B186B-A718-4A3B-BC04-5560E85F4E44}" destId="{7D9E898F-B466-47E4-89D5-0A73B3F15727}" srcOrd="5" destOrd="0" presId="urn:microsoft.com/office/officeart/2005/8/layout/orgChart1"/>
    <dgm:cxn modelId="{28C88ADA-146A-4719-98C5-C9C7B4D608A4}" type="presParOf" srcId="{7D9E898F-B466-47E4-89D5-0A73B3F15727}" destId="{8573E289-3715-4284-85B7-9E6A8B775703}" srcOrd="0" destOrd="0" presId="urn:microsoft.com/office/officeart/2005/8/layout/orgChart1"/>
    <dgm:cxn modelId="{B8E4A213-7A30-4462-ADD3-8019B189148C}" type="presParOf" srcId="{8573E289-3715-4284-85B7-9E6A8B775703}" destId="{3B3328F1-C07C-4044-BFAB-DC271BCB69BC}" srcOrd="0" destOrd="0" presId="urn:microsoft.com/office/officeart/2005/8/layout/orgChart1"/>
    <dgm:cxn modelId="{4A9EB71C-E764-4155-97A2-EA77E855429E}" type="presParOf" srcId="{8573E289-3715-4284-85B7-9E6A8B775703}" destId="{8D12EF9A-912E-44F7-BA37-FCC3463BD7E8}" srcOrd="1" destOrd="0" presId="urn:microsoft.com/office/officeart/2005/8/layout/orgChart1"/>
    <dgm:cxn modelId="{89DF9B2C-BABB-446E-8316-E975237965B3}" type="presParOf" srcId="{7D9E898F-B466-47E4-89D5-0A73B3F15727}" destId="{46D0AE2A-3BD8-4130-9F92-E96452F3AF2F}" srcOrd="1" destOrd="0" presId="urn:microsoft.com/office/officeart/2005/8/layout/orgChart1"/>
    <dgm:cxn modelId="{7B5223A0-979E-4FAB-9E9F-097A5D185949}" type="presParOf" srcId="{7D9E898F-B466-47E4-89D5-0A73B3F15727}" destId="{730417E8-970F-4181-B147-1BF1D16CB113}" srcOrd="2" destOrd="0" presId="urn:microsoft.com/office/officeart/2005/8/layout/orgChart1"/>
    <dgm:cxn modelId="{A140834B-A119-4057-B6E8-502284911EAF}" type="presParOf" srcId="{0E8B186B-A718-4A3B-BC04-5560E85F4E44}" destId="{8BE50389-02B9-4243-8033-546FFFED1C61}" srcOrd="6" destOrd="0" presId="urn:microsoft.com/office/officeart/2005/8/layout/orgChart1"/>
    <dgm:cxn modelId="{8A0C1E35-0196-4B55-89B7-256D87C6B566}" type="presParOf" srcId="{0E8B186B-A718-4A3B-BC04-5560E85F4E44}" destId="{4448184C-25F6-449D-9F92-CA44B9507A4F}" srcOrd="7" destOrd="0" presId="urn:microsoft.com/office/officeart/2005/8/layout/orgChart1"/>
    <dgm:cxn modelId="{A1725283-6862-4841-9BCD-F705840AAF11}" type="presParOf" srcId="{4448184C-25F6-449D-9F92-CA44B9507A4F}" destId="{7C510A97-A73C-42C5-A35F-6FB8CEC25E1D}" srcOrd="0" destOrd="0" presId="urn:microsoft.com/office/officeart/2005/8/layout/orgChart1"/>
    <dgm:cxn modelId="{20660081-8919-48A7-B061-4B1BCBE08A6E}" type="presParOf" srcId="{7C510A97-A73C-42C5-A35F-6FB8CEC25E1D}" destId="{D0E1D555-F91A-457A-A492-CC2F5E577DE8}" srcOrd="0" destOrd="0" presId="urn:microsoft.com/office/officeart/2005/8/layout/orgChart1"/>
    <dgm:cxn modelId="{8981640D-943F-4740-925F-4DC584C20D0A}" type="presParOf" srcId="{7C510A97-A73C-42C5-A35F-6FB8CEC25E1D}" destId="{A3076B71-E5EB-4BD1-B128-7674C7F9BFE6}" srcOrd="1" destOrd="0" presId="urn:microsoft.com/office/officeart/2005/8/layout/orgChart1"/>
    <dgm:cxn modelId="{F0E11B7B-53E3-40A2-BD95-E095CCDDEB19}" type="presParOf" srcId="{4448184C-25F6-449D-9F92-CA44B9507A4F}" destId="{B8FC8E01-33A9-4D96-9AC8-BA5D59019A8B}" srcOrd="1" destOrd="0" presId="urn:microsoft.com/office/officeart/2005/8/layout/orgChart1"/>
    <dgm:cxn modelId="{9F73160F-478E-4762-A229-90DAAA58CB96}" type="presParOf" srcId="{4448184C-25F6-449D-9F92-CA44B9507A4F}" destId="{7F9E7B50-CA15-4055-B365-058A9CBC730B}" srcOrd="2" destOrd="0" presId="urn:microsoft.com/office/officeart/2005/8/layout/orgChart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52B3-4304-4C2A-A03A-B29973A1BE62}" type="datetimeFigureOut">
              <a:rPr lang="en-US" smtClean="0"/>
              <a:pPr/>
              <a:t>12/20/2011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298F6-72C1-4853-8801-A14EEA0DE78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52B3-4304-4C2A-A03A-B29973A1BE62}" type="datetimeFigureOut">
              <a:rPr lang="en-US" smtClean="0"/>
              <a:pPr/>
              <a:t>12/20/2011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298F6-72C1-4853-8801-A14EEA0DE78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52B3-4304-4C2A-A03A-B29973A1BE62}" type="datetimeFigureOut">
              <a:rPr lang="en-US" smtClean="0"/>
              <a:pPr/>
              <a:t>12/20/2011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298F6-72C1-4853-8801-A14EEA0DE78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52B3-4304-4C2A-A03A-B29973A1BE62}" type="datetimeFigureOut">
              <a:rPr lang="en-US" smtClean="0"/>
              <a:pPr/>
              <a:t>12/20/2011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298F6-72C1-4853-8801-A14EEA0DE78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52B3-4304-4C2A-A03A-B29973A1BE62}" type="datetimeFigureOut">
              <a:rPr lang="en-US" smtClean="0"/>
              <a:pPr/>
              <a:t>12/20/2011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298F6-72C1-4853-8801-A14EEA0DE78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52B3-4304-4C2A-A03A-B29973A1BE62}" type="datetimeFigureOut">
              <a:rPr lang="en-US" smtClean="0"/>
              <a:pPr/>
              <a:t>12/20/2011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298F6-72C1-4853-8801-A14EEA0DE78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52B3-4304-4C2A-A03A-B29973A1BE62}" type="datetimeFigureOut">
              <a:rPr lang="en-US" smtClean="0"/>
              <a:pPr/>
              <a:t>12/20/2011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298F6-72C1-4853-8801-A14EEA0DE78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52B3-4304-4C2A-A03A-B29973A1BE62}" type="datetimeFigureOut">
              <a:rPr lang="en-US" smtClean="0"/>
              <a:pPr/>
              <a:t>12/20/2011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298F6-72C1-4853-8801-A14EEA0DE78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52B3-4304-4C2A-A03A-B29973A1BE62}" type="datetimeFigureOut">
              <a:rPr lang="en-US" smtClean="0"/>
              <a:pPr/>
              <a:t>12/20/2011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80298F6-72C1-4853-8801-A14EEA0DE7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52B3-4304-4C2A-A03A-B29973A1BE62}" type="datetimeFigureOut">
              <a:rPr lang="en-US" smtClean="0"/>
              <a:pPr/>
              <a:t>12/20/2011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298F6-72C1-4853-8801-A14EEA0DE78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52B3-4304-4C2A-A03A-B29973A1BE62}" type="datetimeFigureOut">
              <a:rPr lang="en-US" smtClean="0"/>
              <a:pPr/>
              <a:t>12/20/2011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298F6-72C1-4853-8801-A14EEA0DE78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F852B3-4304-4C2A-A03A-B29973A1BE62}" type="datetimeFigureOut">
              <a:rPr lang="en-US" smtClean="0"/>
              <a:pPr/>
              <a:t>12/20/2011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80298F6-72C1-4853-8801-A14EEA0DE78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&#235;&#235;&#235;.esri.com/library/&#235;hitepapers/pdfs/geodatabase-topology.pdf" TargetMode="External"/><Relationship Id="rId2" Type="http://schemas.openxmlformats.org/officeDocument/2006/relationships/hyperlink" Target="http://&#235;&#235;&#235;.esri.com/software/arcgis/geodatabase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esri.com/news/podcasts/transcripts/typesofgeodatabasesatarcgis92.pdf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143000"/>
            <a:ext cx="7772400" cy="4724400"/>
          </a:xfrm>
        </p:spPr>
        <p:txBody>
          <a:bodyPr>
            <a:normAutofit fontScale="90000"/>
          </a:bodyPr>
          <a:lstStyle/>
          <a:p>
            <a:pPr algn="ctr"/>
            <a:r>
              <a:rPr lang="sq-AL" sz="1800" dirty="0" smtClean="0"/>
              <a:t/>
            </a:r>
            <a:br>
              <a:rPr lang="sq-AL" sz="1800" dirty="0" smtClean="0"/>
            </a:br>
            <a:r>
              <a:rPr lang="sq-AL" sz="1800" b="1" dirty="0" smtClean="0">
                <a:solidFill>
                  <a:schemeClr val="tx1"/>
                </a:solidFill>
              </a:rPr>
              <a:t>UNIVERSITETI I PRISHTINËS</a:t>
            </a:r>
            <a:r>
              <a:rPr lang="sq-AL" sz="1800" dirty="0" smtClean="0">
                <a:solidFill>
                  <a:schemeClr val="tx1"/>
                </a:solidFill>
              </a:rPr>
              <a:t/>
            </a:r>
            <a:br>
              <a:rPr lang="sq-AL" sz="1800" dirty="0" smtClean="0">
                <a:solidFill>
                  <a:schemeClr val="tx1"/>
                </a:solidFill>
              </a:rPr>
            </a:br>
            <a:r>
              <a:rPr lang="sq-AL" sz="1800" b="1" dirty="0" smtClean="0">
                <a:solidFill>
                  <a:schemeClr val="tx1"/>
                </a:solidFill>
              </a:rPr>
              <a:t>FAKULTETI I NDËRTIMTARISË DHE ARKITEKTURËS</a:t>
            </a:r>
            <a:r>
              <a:rPr lang="sq-AL" sz="1800" dirty="0" smtClean="0">
                <a:solidFill>
                  <a:schemeClr val="tx1"/>
                </a:solidFill>
              </a:rPr>
              <a:t/>
            </a:r>
            <a:br>
              <a:rPr lang="sq-AL" sz="1800" dirty="0" smtClean="0">
                <a:solidFill>
                  <a:schemeClr val="tx1"/>
                </a:solidFill>
              </a:rPr>
            </a:br>
            <a:r>
              <a:rPr lang="sq-AL" sz="1800" b="1" dirty="0" smtClean="0">
                <a:solidFill>
                  <a:schemeClr val="tx1"/>
                </a:solidFill>
              </a:rPr>
              <a:t>Departamenti i gjeodezisë</a:t>
            </a:r>
            <a:br>
              <a:rPr lang="sq-AL" sz="1800" b="1" dirty="0" smtClean="0">
                <a:solidFill>
                  <a:schemeClr val="tx1"/>
                </a:solidFill>
              </a:rPr>
            </a:br>
            <a:r>
              <a:rPr lang="sq-AL" sz="1800" b="1" dirty="0" smtClean="0">
                <a:solidFill>
                  <a:schemeClr val="tx1"/>
                </a:solidFill>
              </a:rPr>
              <a:t/>
            </a:r>
            <a:br>
              <a:rPr lang="sq-AL" sz="1800" b="1" dirty="0" smtClean="0">
                <a:solidFill>
                  <a:schemeClr val="tx1"/>
                </a:solidFill>
              </a:rPr>
            </a:br>
            <a:r>
              <a:rPr lang="sq-AL" sz="1800" b="1" dirty="0" smtClean="0">
                <a:solidFill>
                  <a:schemeClr val="tx1"/>
                </a:solidFill>
              </a:rPr>
              <a:t/>
            </a:r>
            <a:br>
              <a:rPr lang="sq-AL" sz="1800" b="1" dirty="0" smtClean="0">
                <a:solidFill>
                  <a:schemeClr val="tx1"/>
                </a:solidFill>
              </a:rPr>
            </a:br>
            <a:r>
              <a:rPr lang="sq-AL" sz="1800" b="1" dirty="0" smtClean="0">
                <a:solidFill>
                  <a:schemeClr val="tx1"/>
                </a:solidFill>
              </a:rPr>
              <a:t/>
            </a:r>
            <a:br>
              <a:rPr lang="sq-AL" sz="1800" b="1" dirty="0" smtClean="0">
                <a:solidFill>
                  <a:schemeClr val="tx1"/>
                </a:solidFill>
              </a:rPr>
            </a:br>
            <a:r>
              <a:rPr lang="sq-AL" sz="1800" dirty="0" smtClean="0">
                <a:solidFill>
                  <a:schemeClr val="tx1"/>
                </a:solidFill>
              </a:rPr>
              <a:t/>
            </a:r>
            <a:br>
              <a:rPr lang="sq-AL" sz="1800" dirty="0" smtClean="0">
                <a:solidFill>
                  <a:schemeClr val="tx1"/>
                </a:solidFill>
              </a:rPr>
            </a:br>
            <a:r>
              <a:rPr lang="sq-AL" sz="1800" b="1" dirty="0" smtClean="0">
                <a:solidFill>
                  <a:schemeClr val="tx1"/>
                </a:solidFill>
              </a:rPr>
              <a:t/>
            </a:r>
            <a:br>
              <a:rPr lang="sq-AL" sz="1800" b="1" dirty="0" smtClean="0">
                <a:solidFill>
                  <a:schemeClr val="tx1"/>
                </a:solidFill>
              </a:rPr>
            </a:br>
            <a:r>
              <a:rPr lang="sq-AL" sz="1800" b="1" dirty="0" smtClean="0">
                <a:solidFill>
                  <a:schemeClr val="tx1"/>
                </a:solidFill>
              </a:rPr>
              <a:t/>
            </a:r>
            <a:br>
              <a:rPr lang="sq-AL" sz="1800" b="1" dirty="0" smtClean="0">
                <a:solidFill>
                  <a:schemeClr val="tx1"/>
                </a:solidFill>
              </a:rPr>
            </a:br>
            <a:r>
              <a:rPr lang="sq-AL" sz="1800" b="1" dirty="0" smtClean="0">
                <a:solidFill>
                  <a:schemeClr val="tx1"/>
                </a:solidFill>
              </a:rPr>
              <a:t/>
            </a:r>
            <a:br>
              <a:rPr lang="sq-AL" sz="1800" b="1" dirty="0" smtClean="0">
                <a:solidFill>
                  <a:schemeClr val="tx1"/>
                </a:solidFill>
              </a:rPr>
            </a:br>
            <a:r>
              <a:rPr lang="sq-AL" sz="1600" dirty="0" smtClean="0">
                <a:solidFill>
                  <a:schemeClr val="tx1"/>
                </a:solidFill>
              </a:rPr>
              <a:t> – </a:t>
            </a:r>
            <a:r>
              <a:rPr lang="sq-AL" sz="1600" b="1" dirty="0" smtClean="0">
                <a:solidFill>
                  <a:schemeClr val="tx1"/>
                </a:solidFill>
              </a:rPr>
              <a:t>PUNIM DIPLOME –</a:t>
            </a:r>
            <a:r>
              <a:rPr lang="sq-AL" sz="1600" dirty="0" smtClean="0">
                <a:solidFill>
                  <a:schemeClr val="tx1"/>
                </a:solidFill>
              </a:rPr>
              <a:t/>
            </a:r>
            <a:br>
              <a:rPr lang="sq-AL" sz="1600" dirty="0" smtClean="0">
                <a:solidFill>
                  <a:schemeClr val="tx1"/>
                </a:solidFill>
              </a:rPr>
            </a:br>
            <a:r>
              <a:rPr lang="sq-AL" sz="1600" dirty="0" smtClean="0">
                <a:solidFill>
                  <a:schemeClr val="tx1"/>
                </a:solidFill>
              </a:rPr>
              <a:t> </a:t>
            </a:r>
            <a:r>
              <a:rPr lang="sq-AL" sz="1000" dirty="0" smtClean="0">
                <a:solidFill>
                  <a:schemeClr val="tx1"/>
                </a:solidFill>
              </a:rPr>
              <a:t/>
            </a:r>
            <a:br>
              <a:rPr lang="sq-AL" sz="1000" dirty="0" smtClean="0">
                <a:solidFill>
                  <a:schemeClr val="tx1"/>
                </a:solidFill>
              </a:rPr>
            </a:br>
            <a:r>
              <a:rPr lang="sq-AL" sz="1800" b="1" dirty="0" smtClean="0">
                <a:solidFill>
                  <a:schemeClr val="tx1"/>
                </a:solidFill>
              </a:rPr>
              <a:t>TEMA:</a:t>
            </a:r>
            <a:r>
              <a:rPr lang="sq-AL" sz="1000" dirty="0" smtClean="0">
                <a:solidFill>
                  <a:schemeClr val="tx1"/>
                </a:solidFill>
              </a:rPr>
              <a:t/>
            </a:r>
            <a:br>
              <a:rPr lang="sq-AL" sz="1000" dirty="0" smtClean="0">
                <a:solidFill>
                  <a:schemeClr val="tx1"/>
                </a:solidFill>
              </a:rPr>
            </a:br>
            <a:r>
              <a:rPr lang="sq-AL" sz="1800" dirty="0" smtClean="0">
                <a:solidFill>
                  <a:schemeClr val="tx1"/>
                </a:solidFill>
              </a:rPr>
              <a:t>Krijimi i strukturës së të dhënave në formë të GIS_it për hartat ekzistuese topografike në shkallë 1:25 000 për Republikën e Kosovës </a:t>
            </a:r>
            <a:r>
              <a:rPr lang="sq-AL" sz="1800" dirty="0" smtClean="0"/>
              <a:t/>
            </a:r>
            <a:br>
              <a:rPr lang="sq-AL" sz="1800" dirty="0" smtClean="0"/>
            </a:br>
            <a:r>
              <a:rPr lang="sq-AL" sz="1600" i="1" dirty="0" smtClean="0"/>
              <a:t> </a:t>
            </a:r>
            <a:r>
              <a:rPr lang="sq-AL" sz="1600" dirty="0" smtClean="0"/>
              <a:t/>
            </a:r>
            <a:br>
              <a:rPr lang="sq-AL" sz="1600" dirty="0" smtClean="0"/>
            </a:br>
            <a:r>
              <a:rPr lang="sq-AL" sz="1000" dirty="0" smtClean="0"/>
              <a:t/>
            </a:r>
            <a:br>
              <a:rPr lang="sq-AL" sz="1000" dirty="0" smtClean="0"/>
            </a:br>
            <a:r>
              <a:rPr lang="sq-AL" sz="1000" b="1" dirty="0" smtClean="0"/>
              <a:t> </a:t>
            </a:r>
            <a:r>
              <a:rPr lang="sq-AL" sz="1000" dirty="0" smtClean="0"/>
              <a:t/>
            </a:r>
            <a:br>
              <a:rPr lang="sq-AL" sz="1000" dirty="0" smtClean="0"/>
            </a:br>
            <a:r>
              <a:rPr lang="sq-AL" dirty="0" smtClean="0"/>
              <a:t/>
            </a:r>
            <a:br>
              <a:rPr lang="sq-AL" dirty="0" smtClean="0"/>
            </a:br>
            <a:endParaRPr lang="sq-AL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62000" y="5029200"/>
            <a:ext cx="7772400" cy="1447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sq-AL" sz="6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Mentor:                                                                                                                   Punoi: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q-AL" sz="6400" b="1" dirty="0" err="1" smtClean="0">
                <a:latin typeface="+mj-lt"/>
                <a:ea typeface="+mj-ea"/>
                <a:cs typeface="+mj-cs"/>
              </a:rPr>
              <a:t>Prof.As.Dr</a:t>
            </a:r>
            <a:r>
              <a:rPr lang="sq-AL" sz="6400" b="1" dirty="0" smtClean="0">
                <a:latin typeface="+mj-lt"/>
                <a:ea typeface="+mj-ea"/>
                <a:cs typeface="+mj-cs"/>
              </a:rPr>
              <a:t>. Bashkim Idrizi                                                                                   Liridon Sejdiu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AL" sz="6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q-AL" sz="6400" b="1" dirty="0" smtClean="0">
              <a:latin typeface="+mj-lt"/>
              <a:ea typeface="+mj-ea"/>
              <a:cs typeface="+mj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r>
              <a:rPr lang="en-US" sz="6400" b="1" dirty="0" smtClean="0">
                <a:latin typeface="+mj-lt"/>
                <a:ea typeface="+mj-ea"/>
                <a:cs typeface="+mj-cs"/>
              </a:rPr>
              <a:t>                                                               Dhjetor,2011Prishtin</a:t>
            </a:r>
            <a:r>
              <a:rPr lang="sq-AL" sz="6400" b="1" dirty="0" smtClean="0">
                <a:latin typeface="+mj-lt"/>
              </a:rPr>
              <a:t>ë</a:t>
            </a:r>
            <a:r>
              <a:rPr kumimoji="0" lang="en-US" sz="6400" b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</a:t>
            </a:r>
            <a:r>
              <a:rPr kumimoji="0" lang="en-US" sz="6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                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up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1295400"/>
            <a:ext cx="1066800" cy="1066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1511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P</a:t>
            </a:r>
            <a:r>
              <a:rPr lang="sq-AL" sz="3200" b="1" dirty="0" smtClean="0"/>
              <a:t>ë</a:t>
            </a:r>
            <a:r>
              <a:rPr lang="en-US" sz="3200" b="1" dirty="0" smtClean="0"/>
              <a:t>rmbajtja e tem</a:t>
            </a:r>
            <a:r>
              <a:rPr lang="sq-AL" sz="3200" b="1" dirty="0" smtClean="0"/>
              <a:t>ë</a:t>
            </a:r>
            <a:r>
              <a:rPr lang="en-US" sz="3200" b="1" dirty="0" smtClean="0"/>
              <a:t>s: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>
            <a:normAutofit/>
          </a:bodyPr>
          <a:lstStyle/>
          <a:p>
            <a:pPr marL="514350" indent="-514350">
              <a:buClrTx/>
              <a:buNone/>
            </a:pPr>
            <a:r>
              <a:rPr lang="en-US" sz="2800" b="1" dirty="0" smtClean="0"/>
              <a:t>a). </a:t>
            </a:r>
            <a:r>
              <a:rPr lang="sq-AL" sz="2800" b="1" dirty="0" smtClean="0"/>
              <a:t>Pjesa e parë:</a:t>
            </a:r>
          </a:p>
          <a:p>
            <a:pPr marL="514350" indent="-514350">
              <a:buClrTx/>
              <a:buNone/>
            </a:pPr>
            <a:r>
              <a:rPr lang="sq-AL" sz="2800" b="1" dirty="0" smtClean="0"/>
              <a:t>       </a:t>
            </a:r>
            <a:r>
              <a:rPr lang="sq-AL" sz="2000" b="1" dirty="0" smtClean="0"/>
              <a:t>1.</a:t>
            </a:r>
            <a:r>
              <a:rPr lang="sq-AL" sz="2000" dirty="0" smtClean="0"/>
              <a:t> Gjendja momentale e hartave topografike në shkallë   1:25 000</a:t>
            </a:r>
            <a:endParaRPr lang="sq-AL" sz="2000" b="1" dirty="0" smtClean="0"/>
          </a:p>
          <a:p>
            <a:pPr marL="514350" indent="-514350">
              <a:buClrTx/>
              <a:buNone/>
            </a:pPr>
            <a:r>
              <a:rPr lang="sq-AL" sz="2000" b="1" dirty="0" smtClean="0"/>
              <a:t>          2.</a:t>
            </a:r>
            <a:r>
              <a:rPr lang="sq-AL" sz="2000" dirty="0" smtClean="0"/>
              <a:t> Karakteristikat e  hartave topografike</a:t>
            </a:r>
            <a:endParaRPr lang="sq-AL" sz="2000" b="1" dirty="0" smtClean="0"/>
          </a:p>
          <a:p>
            <a:pPr marL="514350" indent="-514350">
              <a:buClrTx/>
              <a:buNone/>
            </a:pPr>
            <a:r>
              <a:rPr lang="sq-AL" sz="2000" b="1" dirty="0" smtClean="0"/>
              <a:t>          3.</a:t>
            </a:r>
            <a:r>
              <a:rPr lang="sq-AL" sz="2000" dirty="0" smtClean="0"/>
              <a:t> Të dhënat gjeohapsinore ne kuadër te hartave topografike</a:t>
            </a:r>
            <a:endParaRPr lang="sq-AL" sz="2000" b="1" dirty="0" smtClean="0"/>
          </a:p>
          <a:p>
            <a:pPr marL="514350" indent="-514350">
              <a:buClrTx/>
              <a:buNone/>
            </a:pPr>
            <a:r>
              <a:rPr lang="sq-AL" sz="2800" b="1" dirty="0" smtClean="0"/>
              <a:t>b). Pjesa e dytë:</a:t>
            </a:r>
          </a:p>
          <a:p>
            <a:pPr marL="514350" indent="-514350">
              <a:buClrTx/>
              <a:buNone/>
            </a:pPr>
            <a:r>
              <a:rPr lang="sq-AL" sz="2800" b="1" dirty="0" smtClean="0"/>
              <a:t>     </a:t>
            </a:r>
            <a:r>
              <a:rPr lang="sq-AL" sz="2000" b="1" dirty="0" smtClean="0"/>
              <a:t>  4.</a:t>
            </a:r>
            <a:r>
              <a:rPr lang="sq-AL" sz="2000" dirty="0" smtClean="0"/>
              <a:t> Krijimi i strukturës së të dhënave për hartat topografike 1:25000  në Kosovë</a:t>
            </a:r>
            <a:endParaRPr lang="sq-AL" sz="2800" b="1" dirty="0" smtClean="0"/>
          </a:p>
          <a:p>
            <a:pPr marL="514350" indent="-514350">
              <a:buClrTx/>
              <a:buNone/>
            </a:pPr>
            <a:r>
              <a:rPr lang="sq-AL" sz="2800" b="1" dirty="0" smtClean="0"/>
              <a:t>       </a:t>
            </a:r>
            <a:r>
              <a:rPr lang="sq-AL" sz="2000" dirty="0" smtClean="0"/>
              <a:t>5. Krijimi i Çelësit Hartografik Digjital</a:t>
            </a:r>
            <a:r>
              <a:rPr lang="sq-AL" sz="2000" b="1" u="sng" dirty="0" smtClean="0"/>
              <a:t>        </a:t>
            </a:r>
            <a:endParaRPr lang="sq-AL" sz="2800" b="1" u="sng" dirty="0" smtClean="0"/>
          </a:p>
          <a:p>
            <a:pPr marL="514350" indent="-514350">
              <a:buClrTx/>
              <a:buNone/>
            </a:pPr>
            <a:r>
              <a:rPr lang="sq-AL" sz="2800" b="1" dirty="0" smtClean="0"/>
              <a:t>c). Pjesa e tretë</a:t>
            </a:r>
          </a:p>
          <a:p>
            <a:pPr marL="514350" indent="-514350">
              <a:buClrTx/>
              <a:buNone/>
            </a:pPr>
            <a:r>
              <a:rPr lang="sq-AL" sz="2000" dirty="0" smtClean="0"/>
              <a:t>       6. Konstatime</a:t>
            </a:r>
          </a:p>
          <a:p>
            <a:pPr marL="514350" indent="-514350">
              <a:buClrTx/>
              <a:buNone/>
            </a:pPr>
            <a:r>
              <a:rPr lang="sq-AL" sz="2000" dirty="0" smtClean="0"/>
              <a:t>       7. Literatura</a:t>
            </a:r>
            <a:endParaRPr lang="sq-AL" sz="2800" dirty="0" smtClean="0"/>
          </a:p>
          <a:p>
            <a:pPr marL="514350" indent="-51435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591312"/>
          </a:xfrm>
        </p:spPr>
        <p:txBody>
          <a:bodyPr>
            <a:normAutofit/>
          </a:bodyPr>
          <a:lstStyle/>
          <a:p>
            <a:r>
              <a:rPr lang="sq-AL" sz="2400" b="1" dirty="0" smtClean="0"/>
              <a:t>1.</a:t>
            </a:r>
            <a:r>
              <a:rPr lang="sq-AL" sz="2400" dirty="0" smtClean="0"/>
              <a:t> Gjendja momentale e hartave topografike në shkallë   1:25 000</a:t>
            </a:r>
            <a:endParaRPr lang="en-US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97000"/>
          <a:ext cx="8305800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5800"/>
              </a:tblGrid>
              <a:tr h="635000">
                <a:tc>
                  <a:txBody>
                    <a:bodyPr/>
                    <a:lstStyle/>
                    <a:p>
                      <a:r>
                        <a:rPr lang="sq-AL" sz="1400" dirty="0" smtClean="0"/>
                        <a:t> Gjendja momentale e </a:t>
                      </a:r>
                      <a:r>
                        <a:rPr lang="sq-AL" sz="1800" dirty="0" smtClean="0"/>
                        <a:t>hartave</a:t>
                      </a:r>
                      <a:r>
                        <a:rPr lang="sq-AL" sz="1400" dirty="0" smtClean="0"/>
                        <a:t> topografike në shkallë   1:25 000</a:t>
                      </a:r>
                      <a:endParaRPr lang="en-US" sz="1400" dirty="0"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kumimoji="0" lang="sq-AL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Në sistemin e koordinatave të ish Jugosllavisë (FryRef30)</a:t>
                      </a:r>
                      <a:endParaRPr lang="en-US" dirty="0"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kumimoji="0" lang="sq-AL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Në formë letre apo të skanuara e të </a:t>
                      </a:r>
                      <a:r>
                        <a:rPr kumimoji="0" lang="sq-AL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vektorizuara</a:t>
                      </a:r>
                      <a:r>
                        <a:rPr kumimoji="0" lang="sq-AL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pa çelës hartografik digjital</a:t>
                      </a:r>
                      <a:endParaRPr lang="en-US" dirty="0"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kumimoji="0" lang="sq-AL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Në gjuhën serbokroate</a:t>
                      </a:r>
                      <a:endParaRPr lang="en-US" dirty="0"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kumimoji="0" lang="sq-AL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Bazuar në rilevim </a:t>
                      </a:r>
                      <a:r>
                        <a:rPr kumimoji="0" lang="sq-AL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aerofotogrametrik</a:t>
                      </a:r>
                      <a:r>
                        <a:rPr kumimoji="0" lang="sq-AL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/përgjithësim hartografik</a:t>
                      </a:r>
                      <a:endParaRPr lang="en-US" dirty="0"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kumimoji="0" lang="sq-AL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Nomenklatura e Jugosllavisë</a:t>
                      </a:r>
                      <a:endParaRPr lang="en-US" dirty="0"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kumimoji="0" lang="sq-AL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Sekret ushtarak </a:t>
                      </a:r>
                      <a:endParaRPr lang="en-US" dirty="0"/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kumimoji="0" lang="sq-AL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 të dhëna të paazhurnuara mbi 20 vite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91312"/>
          </a:xfrm>
        </p:spPr>
        <p:txBody>
          <a:bodyPr>
            <a:normAutofit/>
          </a:bodyPr>
          <a:lstStyle/>
          <a:p>
            <a:r>
              <a:rPr lang="sq-AL" sz="2400" b="1" dirty="0" smtClean="0"/>
              <a:t>1.</a:t>
            </a:r>
            <a:r>
              <a:rPr lang="sq-AL" sz="2400" dirty="0" smtClean="0"/>
              <a:t> Gjendja momentale e hartave topografike në shkallë   1:25 000</a:t>
            </a:r>
            <a:endParaRPr lang="en-US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7848600" cy="471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4300"/>
                <a:gridCol w="3924300"/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sq-AL" sz="1800" b="1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Parametrat e sistemit koordinativ FRYREF30</a:t>
                      </a:r>
                      <a:r>
                        <a:rPr kumimoji="0" lang="en-US" sz="1800" b="1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kumimoji="0" lang="sq-AL" sz="18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600" dirty="0">
                          <a:solidFill>
                            <a:srgbClr val="000000"/>
                          </a:solidFill>
                          <a:latin typeface="Sylfaen"/>
                          <a:ea typeface="MS Mincho"/>
                        </a:rPr>
                        <a:t>Sistemi i koordinatave</a:t>
                      </a:r>
                      <a:endParaRPr lang="en-US" sz="1600" dirty="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600">
                          <a:solidFill>
                            <a:srgbClr val="000000"/>
                          </a:solidFill>
                          <a:latin typeface="Sylfaen"/>
                          <a:ea typeface="MS Mincho"/>
                        </a:rPr>
                        <a:t>FRYREF30</a:t>
                      </a:r>
                      <a:endParaRPr lang="en-US" sz="16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600" dirty="0" err="1">
                          <a:solidFill>
                            <a:srgbClr val="000000"/>
                          </a:solidFill>
                          <a:latin typeface="Sylfaen"/>
                          <a:ea typeface="MS Mincho"/>
                        </a:rPr>
                        <a:t>Datumi</a:t>
                      </a:r>
                      <a:endParaRPr lang="en-US" sz="1600" dirty="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600">
                          <a:solidFill>
                            <a:srgbClr val="000000"/>
                          </a:solidFill>
                          <a:latin typeface="Sylfaen"/>
                          <a:ea typeface="MS Mincho"/>
                        </a:rPr>
                        <a:t>Hermanskogel</a:t>
                      </a:r>
                      <a:endParaRPr lang="en-US" sz="16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600" dirty="0">
                          <a:solidFill>
                            <a:srgbClr val="000000"/>
                          </a:solidFill>
                          <a:latin typeface="Sylfaen"/>
                          <a:ea typeface="MS Mincho"/>
                        </a:rPr>
                        <a:t>Elipsoidi</a:t>
                      </a:r>
                      <a:endParaRPr lang="en-US" sz="1600" dirty="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600">
                          <a:solidFill>
                            <a:srgbClr val="000000"/>
                          </a:solidFill>
                          <a:latin typeface="Sylfaen"/>
                          <a:ea typeface="MS Mincho"/>
                        </a:rPr>
                        <a:t>Bessel 1841</a:t>
                      </a:r>
                      <a:endParaRPr lang="en-US" sz="16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600" dirty="0">
                          <a:solidFill>
                            <a:srgbClr val="000000"/>
                          </a:solidFill>
                          <a:latin typeface="Sylfaen"/>
                          <a:ea typeface="MS Mincho"/>
                        </a:rPr>
                        <a:t>Projeksioni hartografik</a:t>
                      </a:r>
                      <a:endParaRPr lang="en-US" sz="1600" dirty="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600">
                          <a:solidFill>
                            <a:srgbClr val="000000"/>
                          </a:solidFill>
                          <a:latin typeface="Sylfaen"/>
                          <a:ea typeface="MS Mincho"/>
                        </a:rPr>
                        <a:t>Gauss-Kruger</a:t>
                      </a:r>
                      <a:endParaRPr lang="en-US" sz="16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600" dirty="0">
                          <a:solidFill>
                            <a:srgbClr val="000000"/>
                          </a:solidFill>
                          <a:latin typeface="Sylfaen"/>
                          <a:ea typeface="MS Mincho"/>
                        </a:rPr>
                        <a:t>Meridiani qendror</a:t>
                      </a:r>
                      <a:endParaRPr lang="en-US" sz="1600" dirty="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600">
                          <a:solidFill>
                            <a:srgbClr val="000000"/>
                          </a:solidFill>
                          <a:latin typeface="Sylfaen"/>
                          <a:ea typeface="MS Mincho"/>
                        </a:rPr>
                        <a:t>21°E</a:t>
                      </a:r>
                      <a:endParaRPr lang="en-US" sz="16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600" dirty="0">
                          <a:solidFill>
                            <a:srgbClr val="000000"/>
                          </a:solidFill>
                          <a:latin typeface="Sylfaen"/>
                          <a:ea typeface="MS Mincho"/>
                        </a:rPr>
                        <a:t>Faktori i meridianit qendror</a:t>
                      </a:r>
                      <a:endParaRPr lang="en-US" sz="1600" dirty="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600">
                          <a:solidFill>
                            <a:srgbClr val="000000"/>
                          </a:solidFill>
                          <a:latin typeface="Sylfaen"/>
                          <a:ea typeface="MS Mincho"/>
                        </a:rPr>
                        <a:t>0.9999</a:t>
                      </a:r>
                      <a:endParaRPr lang="en-US" sz="16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600" dirty="0">
                          <a:solidFill>
                            <a:srgbClr val="000000"/>
                          </a:solidFill>
                          <a:latin typeface="Sylfaen"/>
                          <a:ea typeface="MS Mincho"/>
                        </a:rPr>
                        <a:t>Meridiani fillestar</a:t>
                      </a:r>
                      <a:endParaRPr lang="en-US" sz="1600" dirty="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600" dirty="0">
                          <a:solidFill>
                            <a:srgbClr val="000000"/>
                          </a:solidFill>
                          <a:latin typeface="Sylfaen"/>
                          <a:ea typeface="MS Mincho"/>
                        </a:rPr>
                        <a:t>Grinuiçi</a:t>
                      </a:r>
                      <a:endParaRPr lang="en-US" sz="1600" dirty="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600">
                          <a:solidFill>
                            <a:srgbClr val="000000"/>
                          </a:solidFill>
                          <a:latin typeface="Sylfaen"/>
                          <a:ea typeface="MS Mincho"/>
                        </a:rPr>
                        <a:t>Paralelja fillestare</a:t>
                      </a:r>
                      <a:endParaRPr lang="en-US" sz="16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600">
                          <a:solidFill>
                            <a:srgbClr val="000000"/>
                          </a:solidFill>
                          <a:latin typeface="Sylfaen"/>
                          <a:ea typeface="MS Mincho"/>
                        </a:rPr>
                        <a:t>Ekuatori</a:t>
                      </a:r>
                      <a:endParaRPr lang="en-US" sz="16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600">
                          <a:solidFill>
                            <a:srgbClr val="000000"/>
                          </a:solidFill>
                          <a:latin typeface="Sylfaen"/>
                          <a:ea typeface="MS Mincho"/>
                        </a:rPr>
                        <a:t>Vlera e Y-it përgjatë meridianit qendror</a:t>
                      </a:r>
                      <a:endParaRPr lang="en-US" sz="16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600" dirty="0">
                          <a:solidFill>
                            <a:srgbClr val="000000"/>
                          </a:solidFill>
                          <a:latin typeface="Sylfaen"/>
                          <a:ea typeface="MS Mincho"/>
                        </a:rPr>
                        <a:t>500000m</a:t>
                      </a:r>
                      <a:endParaRPr lang="en-US" sz="1600" dirty="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600">
                          <a:solidFill>
                            <a:srgbClr val="000000"/>
                          </a:solidFill>
                          <a:latin typeface="Sylfaen"/>
                          <a:ea typeface="MS Mincho"/>
                        </a:rPr>
                        <a:t>Vlera e X-it përgjatë paraleles fillestare</a:t>
                      </a:r>
                      <a:endParaRPr lang="en-US" sz="16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600" dirty="0">
                          <a:solidFill>
                            <a:srgbClr val="000000"/>
                          </a:solidFill>
                          <a:latin typeface="Sylfaen"/>
                          <a:ea typeface="MS Mincho"/>
                        </a:rPr>
                        <a:t>0m</a:t>
                      </a:r>
                      <a:endParaRPr lang="en-US" sz="1600" dirty="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600">
                          <a:solidFill>
                            <a:srgbClr val="000000"/>
                          </a:solidFill>
                          <a:latin typeface="Sylfaen"/>
                          <a:ea typeface="MS Mincho"/>
                        </a:rPr>
                        <a:t>Origjina e sistemit të lartësive</a:t>
                      </a:r>
                      <a:endParaRPr lang="en-US" sz="16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600" dirty="0">
                          <a:solidFill>
                            <a:srgbClr val="000000"/>
                          </a:solidFill>
                          <a:latin typeface="Sylfaen"/>
                          <a:ea typeface="MS Mincho"/>
                        </a:rPr>
                        <a:t>Mareografi “Molo Sartorio” – Triestë, Ital</a:t>
                      </a:r>
                      <a:endParaRPr lang="en-US" sz="1600" dirty="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91312"/>
          </a:xfrm>
        </p:spPr>
        <p:txBody>
          <a:bodyPr>
            <a:normAutofit/>
          </a:bodyPr>
          <a:lstStyle/>
          <a:p>
            <a:r>
              <a:rPr lang="sq-AL" sz="2400" b="1" dirty="0" smtClean="0"/>
              <a:t>1.</a:t>
            </a:r>
            <a:r>
              <a:rPr lang="sq-AL" sz="2400" dirty="0" smtClean="0"/>
              <a:t> Gjendja momentale e hartave topografike në shkallë   1:25 000</a:t>
            </a:r>
            <a:endParaRPr lang="en-US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1397000"/>
          <a:ext cx="7543800" cy="5232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1900"/>
                <a:gridCol w="3771900"/>
              </a:tblGrid>
              <a:tr h="389363">
                <a:tc gridSpan="2">
                  <a:txBody>
                    <a:bodyPr/>
                    <a:lstStyle/>
                    <a:p>
                      <a:r>
                        <a:rPr lang="sq-AL" noProof="0" dirty="0" smtClean="0"/>
                        <a:t>Parametrat</a:t>
                      </a:r>
                      <a:r>
                        <a:rPr lang="sq-AL" baseline="0" noProof="0" dirty="0" smtClean="0"/>
                        <a:t> e sistemit koordinativ KosovaRef01</a:t>
                      </a:r>
                      <a:endParaRPr lang="sq-AL" noProof="0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936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800">
                          <a:solidFill>
                            <a:srgbClr val="000000"/>
                          </a:solidFill>
                          <a:latin typeface="Sylfaen"/>
                          <a:ea typeface="Times New Roman"/>
                        </a:rPr>
                        <a:t>Sistemi i koordinatave</a:t>
                      </a:r>
                      <a:endParaRPr lang="en-US" sz="18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800" dirty="0">
                          <a:solidFill>
                            <a:srgbClr val="000000"/>
                          </a:solidFill>
                          <a:latin typeface="Sylfaen"/>
                          <a:ea typeface="Times New Roman"/>
                        </a:rPr>
                        <a:t>KOSOVAREF01</a:t>
                      </a:r>
                      <a:endParaRPr lang="en-US" sz="1800" dirty="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 anchor="b"/>
                </a:tc>
              </a:tr>
              <a:tr h="38936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800">
                          <a:solidFill>
                            <a:srgbClr val="000000"/>
                          </a:solidFill>
                          <a:latin typeface="Sylfaen"/>
                          <a:ea typeface="Times New Roman"/>
                        </a:rPr>
                        <a:t>Datumi</a:t>
                      </a:r>
                      <a:endParaRPr lang="en-US" sz="18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800">
                          <a:solidFill>
                            <a:srgbClr val="000000"/>
                          </a:solidFill>
                          <a:latin typeface="Sylfaen"/>
                          <a:ea typeface="Times New Roman"/>
                        </a:rPr>
                        <a:t>ETRS89</a:t>
                      </a:r>
                      <a:endParaRPr lang="en-US" sz="18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 anchor="b"/>
                </a:tc>
              </a:tr>
              <a:tr h="38936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800">
                          <a:solidFill>
                            <a:srgbClr val="000000"/>
                          </a:solidFill>
                          <a:latin typeface="Sylfaen"/>
                          <a:ea typeface="Times New Roman"/>
                        </a:rPr>
                        <a:t>Elipsoidi</a:t>
                      </a:r>
                      <a:endParaRPr lang="en-US" sz="18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800">
                          <a:solidFill>
                            <a:srgbClr val="000000"/>
                          </a:solidFill>
                          <a:latin typeface="Sylfaen"/>
                          <a:ea typeface="Times New Roman"/>
                        </a:rPr>
                        <a:t>GRS80</a:t>
                      </a:r>
                      <a:endParaRPr lang="en-US" sz="18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 anchor="b"/>
                </a:tc>
              </a:tr>
              <a:tr h="38936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800">
                          <a:solidFill>
                            <a:srgbClr val="000000"/>
                          </a:solidFill>
                          <a:latin typeface="Sylfaen"/>
                          <a:ea typeface="Times New Roman"/>
                        </a:rPr>
                        <a:t>Projeksioni hartografik</a:t>
                      </a:r>
                      <a:endParaRPr lang="en-US" sz="18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800">
                          <a:solidFill>
                            <a:srgbClr val="000000"/>
                          </a:solidFill>
                          <a:latin typeface="Sylfaen"/>
                          <a:ea typeface="Times New Roman"/>
                        </a:rPr>
                        <a:t>Gauss-Kruger</a:t>
                      </a:r>
                      <a:endParaRPr lang="en-US" sz="18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 anchor="b"/>
                </a:tc>
              </a:tr>
              <a:tr h="38936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800">
                          <a:solidFill>
                            <a:srgbClr val="000000"/>
                          </a:solidFill>
                          <a:latin typeface="Sylfaen"/>
                          <a:ea typeface="Times New Roman"/>
                        </a:rPr>
                        <a:t>Meridiani qendror</a:t>
                      </a:r>
                      <a:endParaRPr lang="en-US" sz="18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800">
                          <a:solidFill>
                            <a:srgbClr val="000000"/>
                          </a:solidFill>
                          <a:latin typeface="Sylfaen"/>
                          <a:ea typeface="Times New Roman"/>
                        </a:rPr>
                        <a:t>21°E</a:t>
                      </a:r>
                      <a:endParaRPr lang="en-US" sz="18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 anchor="b"/>
                </a:tc>
              </a:tr>
              <a:tr h="38936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800">
                          <a:solidFill>
                            <a:srgbClr val="000000"/>
                          </a:solidFill>
                          <a:latin typeface="Sylfaen"/>
                          <a:ea typeface="Times New Roman"/>
                        </a:rPr>
                        <a:t>Faktori i meridianit qendror</a:t>
                      </a:r>
                      <a:endParaRPr lang="en-US" sz="18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800">
                          <a:solidFill>
                            <a:srgbClr val="000000"/>
                          </a:solidFill>
                          <a:latin typeface="Sylfaen"/>
                          <a:ea typeface="Times New Roman"/>
                        </a:rPr>
                        <a:t>0.9999</a:t>
                      </a:r>
                      <a:endParaRPr lang="en-US" sz="18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 anchor="b"/>
                </a:tc>
              </a:tr>
              <a:tr h="38936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800">
                          <a:solidFill>
                            <a:srgbClr val="000000"/>
                          </a:solidFill>
                          <a:latin typeface="Sylfaen"/>
                          <a:ea typeface="Times New Roman"/>
                        </a:rPr>
                        <a:t>Meridiani fillestar</a:t>
                      </a:r>
                      <a:endParaRPr lang="en-US" sz="18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800">
                          <a:solidFill>
                            <a:srgbClr val="000000"/>
                          </a:solidFill>
                          <a:latin typeface="Sylfaen"/>
                          <a:ea typeface="Times New Roman"/>
                        </a:rPr>
                        <a:t>Grinuiçi</a:t>
                      </a:r>
                      <a:endParaRPr lang="en-US" sz="18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 anchor="b"/>
                </a:tc>
              </a:tr>
              <a:tr h="38936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800">
                          <a:solidFill>
                            <a:srgbClr val="000000"/>
                          </a:solidFill>
                          <a:latin typeface="Sylfaen"/>
                          <a:ea typeface="Times New Roman"/>
                        </a:rPr>
                        <a:t>Paralelja fillestare</a:t>
                      </a:r>
                      <a:endParaRPr lang="en-US" sz="18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800">
                          <a:solidFill>
                            <a:srgbClr val="000000"/>
                          </a:solidFill>
                          <a:latin typeface="Sylfaen"/>
                          <a:ea typeface="Times New Roman"/>
                        </a:rPr>
                        <a:t>Ekuatori</a:t>
                      </a:r>
                      <a:endParaRPr lang="en-US" sz="18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 anchor="b"/>
                </a:tc>
              </a:tr>
              <a:tr h="576044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800">
                          <a:solidFill>
                            <a:srgbClr val="000000"/>
                          </a:solidFill>
                          <a:latin typeface="Sylfaen"/>
                          <a:ea typeface="Times New Roman"/>
                        </a:rPr>
                        <a:t>Vlera e X-it përgjatë meridianit qendror</a:t>
                      </a:r>
                      <a:endParaRPr lang="en-US" sz="18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800">
                          <a:solidFill>
                            <a:srgbClr val="000000"/>
                          </a:solidFill>
                          <a:latin typeface="Sylfaen"/>
                          <a:ea typeface="Times New Roman"/>
                        </a:rPr>
                        <a:t>7500000m</a:t>
                      </a:r>
                      <a:endParaRPr lang="en-US" sz="18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 anchor="b"/>
                </a:tc>
              </a:tr>
              <a:tr h="576044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800">
                          <a:solidFill>
                            <a:srgbClr val="000000"/>
                          </a:solidFill>
                          <a:latin typeface="Sylfaen"/>
                          <a:ea typeface="Times New Roman"/>
                        </a:rPr>
                        <a:t>Vlera e Y-it përgjatë paraleles fillestare</a:t>
                      </a:r>
                      <a:endParaRPr lang="en-US" sz="18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800">
                          <a:solidFill>
                            <a:srgbClr val="000000"/>
                          </a:solidFill>
                          <a:latin typeface="Sylfaen"/>
                          <a:ea typeface="Times New Roman"/>
                        </a:rPr>
                        <a:t>0m</a:t>
                      </a:r>
                      <a:endParaRPr lang="en-US" sz="18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 anchor="b"/>
                </a:tc>
              </a:tr>
              <a:tr h="576044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800">
                          <a:solidFill>
                            <a:srgbClr val="000000"/>
                          </a:solidFill>
                          <a:latin typeface="Sylfaen"/>
                          <a:ea typeface="Times New Roman"/>
                        </a:rPr>
                        <a:t>Origjina e sistemit të lartësive</a:t>
                      </a:r>
                      <a:endParaRPr lang="en-US" sz="180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q-AL" sz="1800" dirty="0">
                          <a:solidFill>
                            <a:srgbClr val="000000"/>
                          </a:solidFill>
                          <a:latin typeface="Sylfaen"/>
                          <a:ea typeface="Times New Roman"/>
                        </a:rPr>
                        <a:t>Mareografi “Molo Sartorio” – Triestë, Itali</a:t>
                      </a:r>
                      <a:endParaRPr lang="en-US" sz="1800" dirty="0">
                        <a:latin typeface="Times New Roman"/>
                        <a:ea typeface="MS Mincho"/>
                      </a:endParaRPr>
                    </a:p>
                  </a:txBody>
                  <a:tcPr marL="68580" marR="68580" marT="0" marB="0"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91312"/>
          </a:xfrm>
        </p:spPr>
        <p:txBody>
          <a:bodyPr>
            <a:normAutofit/>
          </a:bodyPr>
          <a:lstStyle/>
          <a:p>
            <a:r>
              <a:rPr lang="sq-AL" sz="2400" b="1" dirty="0" smtClean="0"/>
              <a:t>2  Karakteristikat e  hartave topografike</a:t>
            </a:r>
            <a:endParaRPr lang="en-US" sz="2400" b="1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762000" y="1397000"/>
          <a:ext cx="792480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59131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sq-AL" b="1" dirty="0" smtClean="0"/>
              <a:t> 3  Të dhënat gjeohapsinore ne kuadër te hartave topografike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228600" y="1905000"/>
          <a:ext cx="81534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3400" y="304800"/>
            <a:ext cx="8077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q-AL" sz="2800" b="1" dirty="0" smtClean="0"/>
              <a:t>3  Të dhënat gjeohapsinore ne kuadër te hartave topografike</a:t>
            </a:r>
            <a:endParaRPr lang="en-US" sz="2800" dirty="0"/>
          </a:p>
        </p:txBody>
      </p:sp>
      <p:graphicFrame>
        <p:nvGraphicFramePr>
          <p:cNvPr id="5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524001"/>
          <a:ext cx="82296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95400"/>
          </a:xfrm>
        </p:spPr>
        <p:txBody>
          <a:bodyPr>
            <a:noAutofit/>
          </a:bodyPr>
          <a:lstStyle/>
          <a:p>
            <a:r>
              <a:rPr lang="en-US" sz="3200" dirty="0" smtClean="0"/>
              <a:t>4. </a:t>
            </a:r>
            <a:r>
              <a:rPr lang="sq-AL" sz="3200" dirty="0" smtClean="0"/>
              <a:t>Struktura e Shtresave Tematike(layer) dhe lista e të dhënave me kodet e tyre(Item Code)</a:t>
            </a:r>
            <a:endParaRPr lang="en-US" sz="2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524001"/>
          <a:ext cx="82296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degzimi komplet.bmp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1184565"/>
            <a:ext cx="8001000" cy="5673435"/>
          </a:xfr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>
            <a:noAutofit/>
          </a:bodyPr>
          <a:lstStyle/>
          <a:p>
            <a:r>
              <a:rPr lang="en-US" sz="3200" dirty="0" smtClean="0"/>
              <a:t>4. </a:t>
            </a:r>
            <a:r>
              <a:rPr lang="sq-AL" sz="3200" dirty="0" smtClean="0"/>
              <a:t>Struktura e Shtresave Tematike(layer) dhe lista e të dhënave me kodet e tyre(Item Code)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realizimi.bmp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533400"/>
            <a:ext cx="2824269" cy="6034087"/>
          </a:xfr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990600"/>
            <a:ext cx="5105400" cy="1676400"/>
          </a:xfrm>
        </p:spPr>
        <p:txBody>
          <a:bodyPr>
            <a:noAutofit/>
          </a:bodyPr>
          <a:lstStyle/>
          <a:p>
            <a:r>
              <a:rPr lang="en-US" sz="3200" dirty="0" smtClean="0"/>
              <a:t>4. </a:t>
            </a:r>
            <a:r>
              <a:rPr lang="sq-AL" sz="3200" dirty="0" smtClean="0"/>
              <a:t>Struktura e Shtresave Tematike(layer) dhe lista e të dhënave me kodet e tyre(Item Code)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533400"/>
            <a:ext cx="5181600" cy="362712"/>
          </a:xfrm>
        </p:spPr>
        <p:txBody>
          <a:bodyPr>
            <a:normAutofit fontScale="90000"/>
          </a:bodyPr>
          <a:lstStyle/>
          <a:p>
            <a:r>
              <a:rPr lang="en-US" sz="2800" dirty="0" smtClean="0"/>
              <a:t>4.</a:t>
            </a:r>
            <a:r>
              <a:rPr lang="sq-AL" sz="2800" dirty="0" smtClean="0"/>
              <a:t>Krijimi i Kodit </a:t>
            </a:r>
            <a:r>
              <a:rPr lang="sq-AL" sz="2800" dirty="0" err="1" smtClean="0"/>
              <a:t>Domain</a:t>
            </a:r>
            <a:r>
              <a:rPr lang="sq-AL" sz="2800" dirty="0" smtClean="0"/>
              <a:t>(</a:t>
            </a:r>
            <a:r>
              <a:rPr lang="sq-AL" sz="2800" dirty="0" err="1" smtClean="0"/>
              <a:t>Domain</a:t>
            </a:r>
            <a:r>
              <a:rPr lang="sq-AL" sz="2800" dirty="0" smtClean="0"/>
              <a:t> Code)</a:t>
            </a:r>
            <a:endParaRPr lang="en-US" sz="2800" dirty="0"/>
          </a:p>
        </p:txBody>
      </p:sp>
      <p:pic>
        <p:nvPicPr>
          <p:cNvPr id="9" name="Content Placeholder 8" descr="untitled.bmp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7400" y="1066800"/>
            <a:ext cx="4648200" cy="5502357"/>
          </a:xfrm>
        </p:spPr>
      </p:pic>
      <p:sp>
        <p:nvSpPr>
          <p:cNvPr id="10" name="Rectangle 9"/>
          <p:cNvSpPr/>
          <p:nvPr/>
        </p:nvSpPr>
        <p:spPr>
          <a:xfrm>
            <a:off x="2362200" y="2514600"/>
            <a:ext cx="38862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286000" y="3505200"/>
            <a:ext cx="40386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438400" y="5029200"/>
            <a:ext cx="38100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1511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4. </a:t>
            </a:r>
            <a:r>
              <a:rPr lang="sq-AL" sz="2800" dirty="0" smtClean="0"/>
              <a:t>Krijimi i Kodit </a:t>
            </a:r>
            <a:r>
              <a:rPr lang="sq-AL" sz="2800" dirty="0" err="1" smtClean="0"/>
              <a:t>Domain</a:t>
            </a:r>
            <a:r>
              <a:rPr lang="sq-AL" sz="2800" dirty="0" smtClean="0"/>
              <a:t>(</a:t>
            </a:r>
            <a:r>
              <a:rPr lang="sq-AL" sz="2800" dirty="0" err="1" smtClean="0"/>
              <a:t>Domain</a:t>
            </a:r>
            <a:r>
              <a:rPr lang="sq-AL" sz="2800" dirty="0" smtClean="0"/>
              <a:t> Code)</a:t>
            </a:r>
            <a:endParaRPr lang="en-US" sz="28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76400" y="1600200"/>
          <a:ext cx="55626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8170"/>
                <a:gridCol w="1494430"/>
              </a:tblGrid>
              <a:tr h="6096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q-AL" noProof="0" dirty="0" smtClean="0"/>
                        <a:t>Lloji i</a:t>
                      </a:r>
                      <a:r>
                        <a:rPr lang="sq-AL" baseline="0" noProof="0" dirty="0" smtClean="0"/>
                        <a:t> të dhënave</a:t>
                      </a:r>
                      <a:endParaRPr lang="sq-AL" noProof="0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q-AL" noProof="0" dirty="0" err="1" smtClean="0"/>
                        <a:t>Nr.i</a:t>
                      </a:r>
                      <a:r>
                        <a:rPr lang="sq-AL" baseline="0" noProof="0" dirty="0" smtClean="0"/>
                        <a:t> tabelave</a:t>
                      </a:r>
                      <a:endParaRPr lang="sq-AL" noProof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267797">
                <a:tc>
                  <a:txBody>
                    <a:bodyPr/>
                    <a:lstStyle/>
                    <a:p>
                      <a:r>
                        <a:rPr lang="sq-AL" noProof="0" smtClean="0"/>
                        <a:t>Qendrat e</a:t>
                      </a:r>
                      <a:r>
                        <a:rPr lang="sq-AL" baseline="0" noProof="0" smtClean="0"/>
                        <a:t> banuara </a:t>
                      </a:r>
                      <a:endParaRPr lang="sq-AL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267797">
                <a:tc>
                  <a:txBody>
                    <a:bodyPr/>
                    <a:lstStyle/>
                    <a:p>
                      <a:r>
                        <a:rPr lang="sq-AL" noProof="0" smtClean="0"/>
                        <a:t>Objektet ekonomike</a:t>
                      </a:r>
                      <a:r>
                        <a:rPr lang="sq-AL" baseline="0" noProof="0" smtClean="0"/>
                        <a:t> dhe publike</a:t>
                      </a:r>
                      <a:endParaRPr lang="sq-AL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</a:tr>
              <a:tr h="267797">
                <a:tc>
                  <a:txBody>
                    <a:bodyPr/>
                    <a:lstStyle/>
                    <a:p>
                      <a:r>
                        <a:rPr lang="sq-AL" noProof="0" smtClean="0"/>
                        <a:t>Rrjeti</a:t>
                      </a:r>
                      <a:r>
                        <a:rPr lang="sq-AL" baseline="0" noProof="0" smtClean="0"/>
                        <a:t> i komunikacionit</a:t>
                      </a:r>
                      <a:endParaRPr lang="sq-AL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</a:tr>
              <a:tr h="267797">
                <a:tc>
                  <a:txBody>
                    <a:bodyPr/>
                    <a:lstStyle/>
                    <a:p>
                      <a:r>
                        <a:rPr lang="sq-AL" noProof="0" smtClean="0"/>
                        <a:t>Relievi</a:t>
                      </a:r>
                      <a:endParaRPr lang="sq-AL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</a:tr>
              <a:tr h="267797">
                <a:tc>
                  <a:txBody>
                    <a:bodyPr/>
                    <a:lstStyle/>
                    <a:p>
                      <a:r>
                        <a:rPr lang="sq-AL" noProof="0" dirty="0" smtClean="0"/>
                        <a:t>Ujërat</a:t>
                      </a:r>
                      <a:r>
                        <a:rPr lang="sq-AL" baseline="0" noProof="0" dirty="0" smtClean="0"/>
                        <a:t> sipërfaqësore dhe objektet hidroteknike</a:t>
                      </a:r>
                      <a:endParaRPr lang="sq-A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</a:tr>
              <a:tr h="267797">
                <a:tc>
                  <a:txBody>
                    <a:bodyPr/>
                    <a:lstStyle/>
                    <a:p>
                      <a:r>
                        <a:rPr lang="sq-AL" noProof="0" dirty="0" smtClean="0"/>
                        <a:t>Relievi nënujorë</a:t>
                      </a:r>
                      <a:endParaRPr lang="sq-A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</a:tr>
              <a:tr h="267797">
                <a:tc>
                  <a:txBody>
                    <a:bodyPr/>
                    <a:lstStyle/>
                    <a:p>
                      <a:r>
                        <a:rPr lang="sq-AL" noProof="0" dirty="0" smtClean="0"/>
                        <a:t>Bimësia</a:t>
                      </a:r>
                      <a:r>
                        <a:rPr lang="sq-AL" baseline="0" noProof="0" dirty="0" smtClean="0"/>
                        <a:t> dhe llojet e tokës</a:t>
                      </a:r>
                      <a:endParaRPr lang="sq-A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</a:tr>
              <a:tr h="267797">
                <a:tc>
                  <a:txBody>
                    <a:bodyPr/>
                    <a:lstStyle/>
                    <a:p>
                      <a:r>
                        <a:rPr lang="sq-AL" noProof="0" dirty="0" smtClean="0"/>
                        <a:t>Kufijtë</a:t>
                      </a:r>
                      <a:r>
                        <a:rPr lang="sq-AL" baseline="0" noProof="0" dirty="0" smtClean="0"/>
                        <a:t> objektet kufitare dhe thurjet</a:t>
                      </a:r>
                      <a:endParaRPr lang="sq-A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</a:tr>
              <a:tr h="267797">
                <a:tc>
                  <a:txBody>
                    <a:bodyPr/>
                    <a:lstStyle/>
                    <a:p>
                      <a:r>
                        <a:rPr lang="sq-AL" noProof="0" dirty="0" smtClean="0"/>
                        <a:t>Pikat</a:t>
                      </a:r>
                      <a:r>
                        <a:rPr lang="sq-AL" baseline="0" noProof="0" dirty="0" smtClean="0"/>
                        <a:t>  gjeodezike</a:t>
                      </a:r>
                      <a:r>
                        <a:rPr lang="en-US" baseline="0" noProof="0" dirty="0" smtClean="0"/>
                        <a:t> </a:t>
                      </a:r>
                      <a:endParaRPr lang="sq-A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267797">
                <a:tc>
                  <a:txBody>
                    <a:bodyPr/>
                    <a:lstStyle/>
                    <a:p>
                      <a:r>
                        <a:rPr lang="sq-AL" noProof="0" dirty="0" smtClean="0"/>
                        <a:t>Gjithsej</a:t>
                      </a:r>
                      <a:endParaRPr lang="sq-A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457200"/>
            <a:ext cx="4800600" cy="66751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4. </a:t>
            </a:r>
            <a:r>
              <a:rPr lang="sq-AL" sz="3200" dirty="0" smtClean="0"/>
              <a:t>Atributet e Të Dhënave</a:t>
            </a:r>
            <a:endParaRPr lang="en-US" sz="32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399" y="1371600"/>
          <a:ext cx="8839200" cy="5226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1431"/>
                <a:gridCol w="812913"/>
                <a:gridCol w="783968"/>
                <a:gridCol w="5320888"/>
              </a:tblGrid>
              <a:tr h="454846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field name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field type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field size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Description</a:t>
                      </a:r>
                      <a:endParaRPr lang="en-US" sz="1100" dirty="0"/>
                    </a:p>
                  </a:txBody>
                  <a:tcPr/>
                </a:tc>
              </a:tr>
              <a:tr h="395283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OBJECTID*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Object ID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N/A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Internal ID, systematically maintained by </a:t>
                      </a:r>
                      <a:r>
                        <a:rPr lang="en-US" sz="1100" dirty="0" err="1" smtClean="0"/>
                        <a:t>ArcGIS</a:t>
                      </a:r>
                      <a:r>
                        <a:rPr lang="en-US" sz="1100" dirty="0" smtClean="0"/>
                        <a:t> software.</a:t>
                      </a:r>
                      <a:endParaRPr lang="en-US" sz="1100" dirty="0"/>
                    </a:p>
                  </a:txBody>
                  <a:tcPr/>
                </a:tc>
              </a:tr>
              <a:tr h="454846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SHAPE*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Geometry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N/A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Internal geometry type, systematically maintained by </a:t>
                      </a:r>
                      <a:r>
                        <a:rPr lang="en-US" sz="1100" dirty="0" err="1" smtClean="0"/>
                        <a:t>ArcGIS</a:t>
                      </a:r>
                      <a:r>
                        <a:rPr lang="en-US" sz="1100" dirty="0" smtClean="0"/>
                        <a:t> software.</a:t>
                      </a:r>
                    </a:p>
                    <a:p>
                      <a:r>
                        <a:rPr lang="en-US" sz="1100" dirty="0" smtClean="0"/>
                        <a:t>Specify Geometry Type: Polygon, Spatial Reference: KosovaRef01.prj</a:t>
                      </a:r>
                      <a:endParaRPr lang="en-US" sz="1100" dirty="0"/>
                    </a:p>
                  </a:txBody>
                  <a:tcPr/>
                </a:tc>
              </a:tr>
              <a:tr h="395283">
                <a:tc>
                  <a:txBody>
                    <a:bodyPr/>
                    <a:lstStyle/>
                    <a:p>
                      <a:r>
                        <a:rPr lang="en-US" sz="1100" dirty="0" err="1" smtClean="0"/>
                        <a:t>SHAPE_Length</a:t>
                      </a:r>
                      <a:r>
                        <a:rPr lang="en-US" sz="1100" dirty="0" smtClean="0"/>
                        <a:t>*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Double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N/A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</a:tr>
              <a:tr h="395283">
                <a:tc>
                  <a:txBody>
                    <a:bodyPr/>
                    <a:lstStyle/>
                    <a:p>
                      <a:pPr algn="l" fontAlgn="t"/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Bim_Lloj_Tok_Poligon_Emri</a:t>
                      </a:r>
                      <a:endParaRPr kumimoji="0"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rtl="0" eaLnBrk="1" fontAlgn="b" latinLnBrk="0" hangingPunct="1"/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emri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 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Llojeve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të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Tokës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dhe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Bimësisë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features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më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shqip</a:t>
                      </a:r>
                      <a:endParaRPr kumimoji="0"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95283"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Lartësia</a:t>
                      </a:r>
                      <a:endParaRPr kumimoji="0"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Short Integer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Lartësia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drunjëve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nga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niveli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tokës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ku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gjinden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ata</a:t>
                      </a:r>
                      <a:endParaRPr kumimoji="0"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790565"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Tipi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Mund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të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jetë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me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kallama,pa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kallama,I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vendosur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ne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ndrmjet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hapsirave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etj</a:t>
                      </a:r>
                      <a:endParaRPr kumimoji="0"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95283"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Dendësia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Mund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të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jetë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pak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dendur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apo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shumë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dendur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etj</a:t>
                      </a:r>
                      <a:endParaRPr kumimoji="0"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95283"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Kufitë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Mund të jenë të përcaktuar apo të papërcaktuar</a:t>
                      </a:r>
                    </a:p>
                  </a:txBody>
                  <a:tcPr marL="9525" marR="9525" marT="9525" marB="0" anchor="b"/>
                </a:tc>
              </a:tr>
              <a:tr h="790565"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Koha e Vërshimeve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Gjatë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periodave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të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ndryshme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kohore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një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sipërfaqe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caktuar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mund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të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vërshohet</a:t>
                      </a:r>
                      <a:endParaRPr kumimoji="0"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63843">
                <a:tc>
                  <a:txBody>
                    <a:bodyPr/>
                    <a:lstStyle/>
                    <a:p>
                      <a:pPr algn="l" fontAlgn="t"/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ItemCode</a:t>
                      </a:r>
                      <a:endParaRPr kumimoji="0" lang="en-US" sz="11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Kodet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Item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për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klasën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përkatëse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Referohu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tek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“</a:t>
                      </a:r>
                      <a:r>
                        <a:rPr kumimoji="0" lang="en-US" sz="11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FieldPropertiesOfItemCode</a:t>
                      </a:r>
                      <a:r>
                        <a:rPr kumimoji="0" lang="en-US" sz="11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0" y="381000"/>
            <a:ext cx="4648200" cy="66751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4. </a:t>
            </a:r>
            <a:r>
              <a:rPr lang="sq-AL" sz="3200" dirty="0" smtClean="0"/>
              <a:t>Atributet e Të Dhënave</a:t>
            </a:r>
            <a:endParaRPr lang="en-US" sz="3200" dirty="0"/>
          </a:p>
        </p:txBody>
      </p:sp>
      <p:pic>
        <p:nvPicPr>
          <p:cNvPr id="8" name="Picture 7" descr="atributet e te dhenave1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66800"/>
            <a:ext cx="4591050" cy="5791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514600" y="3733800"/>
            <a:ext cx="3962400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514600" y="4953000"/>
            <a:ext cx="30480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09800" y="381000"/>
            <a:ext cx="4800600" cy="66751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4. </a:t>
            </a:r>
            <a:r>
              <a:rPr lang="sq-AL" sz="3200" dirty="0" smtClean="0"/>
              <a:t>Atributet e Të Dhënave</a:t>
            </a:r>
            <a:endParaRPr lang="en-US" sz="3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76400" y="1600200"/>
          <a:ext cx="55626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8170"/>
                <a:gridCol w="1494430"/>
              </a:tblGrid>
              <a:tr h="6096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q-AL" noProof="0" dirty="0" smtClean="0"/>
                        <a:t>Lloji i</a:t>
                      </a:r>
                      <a:r>
                        <a:rPr lang="sq-AL" baseline="0" noProof="0" dirty="0" smtClean="0"/>
                        <a:t> të dhënave</a:t>
                      </a:r>
                      <a:endParaRPr lang="sq-AL" noProof="0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q-AL" noProof="0" dirty="0" err="1" smtClean="0"/>
                        <a:t>Nr.i</a:t>
                      </a:r>
                      <a:r>
                        <a:rPr lang="sq-AL" baseline="0" noProof="0" dirty="0" smtClean="0"/>
                        <a:t> tabelave</a:t>
                      </a:r>
                      <a:endParaRPr lang="sq-AL" noProof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267797">
                <a:tc>
                  <a:txBody>
                    <a:bodyPr/>
                    <a:lstStyle/>
                    <a:p>
                      <a:r>
                        <a:rPr lang="sq-AL" noProof="0" smtClean="0"/>
                        <a:t>Qendrat e</a:t>
                      </a:r>
                      <a:r>
                        <a:rPr lang="sq-AL" baseline="0" noProof="0" smtClean="0"/>
                        <a:t> banuara </a:t>
                      </a:r>
                      <a:endParaRPr lang="sq-AL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267797">
                <a:tc>
                  <a:txBody>
                    <a:bodyPr/>
                    <a:lstStyle/>
                    <a:p>
                      <a:r>
                        <a:rPr lang="sq-AL" noProof="0" smtClean="0"/>
                        <a:t>Objektet ekonomike</a:t>
                      </a:r>
                      <a:r>
                        <a:rPr lang="sq-AL" baseline="0" noProof="0" smtClean="0"/>
                        <a:t> dhe publike</a:t>
                      </a:r>
                      <a:endParaRPr lang="sq-AL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267797">
                <a:tc>
                  <a:txBody>
                    <a:bodyPr/>
                    <a:lstStyle/>
                    <a:p>
                      <a:r>
                        <a:rPr lang="sq-AL" noProof="0" smtClean="0"/>
                        <a:t>Rrjeti</a:t>
                      </a:r>
                      <a:r>
                        <a:rPr lang="sq-AL" baseline="0" noProof="0" smtClean="0"/>
                        <a:t> i komunikacionit</a:t>
                      </a:r>
                      <a:endParaRPr lang="sq-AL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267797">
                <a:tc>
                  <a:txBody>
                    <a:bodyPr/>
                    <a:lstStyle/>
                    <a:p>
                      <a:r>
                        <a:rPr lang="sq-AL" noProof="0" smtClean="0"/>
                        <a:t>Relievi</a:t>
                      </a:r>
                      <a:endParaRPr lang="sq-AL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267797">
                <a:tc>
                  <a:txBody>
                    <a:bodyPr/>
                    <a:lstStyle/>
                    <a:p>
                      <a:r>
                        <a:rPr lang="sq-AL" noProof="0" dirty="0" smtClean="0"/>
                        <a:t>Ujërat</a:t>
                      </a:r>
                      <a:r>
                        <a:rPr lang="sq-AL" baseline="0" noProof="0" dirty="0" smtClean="0"/>
                        <a:t> sipërfaqësore dhe objektet hidroteknike</a:t>
                      </a:r>
                      <a:endParaRPr lang="sq-A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267797">
                <a:tc>
                  <a:txBody>
                    <a:bodyPr/>
                    <a:lstStyle/>
                    <a:p>
                      <a:r>
                        <a:rPr lang="sq-AL" noProof="0" dirty="0" smtClean="0"/>
                        <a:t>Relievi nënujorë</a:t>
                      </a:r>
                      <a:endParaRPr lang="sq-A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267797">
                <a:tc>
                  <a:txBody>
                    <a:bodyPr/>
                    <a:lstStyle/>
                    <a:p>
                      <a:r>
                        <a:rPr lang="sq-AL" noProof="0" dirty="0" smtClean="0"/>
                        <a:t>Bimësia</a:t>
                      </a:r>
                      <a:r>
                        <a:rPr lang="sq-AL" baseline="0" noProof="0" dirty="0" smtClean="0"/>
                        <a:t> dhe llojet e tokës</a:t>
                      </a:r>
                      <a:endParaRPr lang="sq-A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267797">
                <a:tc>
                  <a:txBody>
                    <a:bodyPr/>
                    <a:lstStyle/>
                    <a:p>
                      <a:r>
                        <a:rPr lang="sq-AL" noProof="0" dirty="0" smtClean="0"/>
                        <a:t>Kufijtë</a:t>
                      </a:r>
                      <a:r>
                        <a:rPr lang="sq-AL" baseline="0" noProof="0" dirty="0" smtClean="0"/>
                        <a:t> objektet kufitare dhe thurjet</a:t>
                      </a:r>
                      <a:endParaRPr lang="sq-A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267797">
                <a:tc>
                  <a:txBody>
                    <a:bodyPr/>
                    <a:lstStyle/>
                    <a:p>
                      <a:r>
                        <a:rPr lang="sq-AL" noProof="0" dirty="0" smtClean="0"/>
                        <a:t>Pikat</a:t>
                      </a:r>
                      <a:r>
                        <a:rPr lang="sq-AL" baseline="0" noProof="0" dirty="0" smtClean="0"/>
                        <a:t>  gjeodezike</a:t>
                      </a:r>
                      <a:r>
                        <a:rPr lang="en-US" baseline="0" noProof="0" dirty="0" smtClean="0"/>
                        <a:t> </a:t>
                      </a:r>
                      <a:endParaRPr lang="sq-A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267797">
                <a:tc>
                  <a:txBody>
                    <a:bodyPr/>
                    <a:lstStyle/>
                    <a:p>
                      <a:r>
                        <a:rPr lang="sq-AL" noProof="0" dirty="0" smtClean="0"/>
                        <a:t>Gjithsej</a:t>
                      </a:r>
                      <a:endParaRPr lang="sq-A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24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28800" y="457200"/>
            <a:ext cx="51812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5.</a:t>
            </a:r>
            <a:r>
              <a:rPr lang="sq-AL" sz="2400" dirty="0" smtClean="0"/>
              <a:t>Krijimi i Çelësit Hartografik Digjital</a:t>
            </a:r>
            <a:endParaRPr lang="en-US" sz="2400" dirty="0"/>
          </a:p>
        </p:txBody>
      </p:sp>
      <p:graphicFrame>
        <p:nvGraphicFramePr>
          <p:cNvPr id="6" name="Diagram 5"/>
          <p:cNvGraphicFramePr/>
          <p:nvPr/>
        </p:nvGraphicFramePr>
        <p:xfrm>
          <a:off x="762000" y="1066800"/>
          <a:ext cx="75438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533400"/>
            <a:ext cx="5257800" cy="533400"/>
          </a:xfrm>
        </p:spPr>
        <p:txBody>
          <a:bodyPr>
            <a:noAutofit/>
          </a:bodyPr>
          <a:lstStyle/>
          <a:p>
            <a:r>
              <a:rPr lang="en-US" sz="2800" dirty="0" smtClean="0"/>
              <a:t>5. </a:t>
            </a:r>
            <a:r>
              <a:rPr lang="sq-AL" sz="2800" dirty="0" smtClean="0"/>
              <a:t>Krijimi i Çelësit Hartografik Digjital</a:t>
            </a:r>
            <a:endParaRPr lang="en-US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72200" y="1371600"/>
          <a:ext cx="2362200" cy="198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219200"/>
              </a:tblGrid>
              <a:tr h="336550">
                <a:tc>
                  <a:txBody>
                    <a:bodyPr/>
                    <a:lstStyle/>
                    <a:p>
                      <a:r>
                        <a:rPr lang="sq-AL" noProof="0" dirty="0" smtClean="0"/>
                        <a:t>Tipi i shenjës</a:t>
                      </a:r>
                      <a:endParaRPr lang="sq-AL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q-AL" noProof="0" dirty="0" smtClean="0"/>
                        <a:t>Nr. i shenjave</a:t>
                      </a:r>
                      <a:endParaRPr lang="sq-AL" noProof="0" dirty="0"/>
                    </a:p>
                  </a:txBody>
                  <a:tcPr/>
                </a:tc>
              </a:tr>
              <a:tr h="336550">
                <a:tc>
                  <a:txBody>
                    <a:bodyPr/>
                    <a:lstStyle/>
                    <a:p>
                      <a:pPr algn="l" fontAlgn="b"/>
                      <a:r>
                        <a:rPr lang="sq-AL" sz="18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Pikë</a:t>
                      </a:r>
                      <a:endParaRPr lang="sq-AL" sz="18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q-AL" sz="18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169</a:t>
                      </a:r>
                      <a:endParaRPr lang="sq-AL" sz="18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36550">
                <a:tc>
                  <a:txBody>
                    <a:bodyPr/>
                    <a:lstStyle/>
                    <a:p>
                      <a:pPr algn="l" fontAlgn="b"/>
                      <a:r>
                        <a:rPr lang="sq-AL" sz="18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Linjë</a:t>
                      </a:r>
                      <a:endParaRPr lang="sq-AL" sz="18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q-AL" sz="18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102</a:t>
                      </a:r>
                      <a:endParaRPr lang="sq-AL" sz="18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36550">
                <a:tc>
                  <a:txBody>
                    <a:bodyPr/>
                    <a:lstStyle/>
                    <a:p>
                      <a:pPr algn="l" fontAlgn="b"/>
                      <a:r>
                        <a:rPr lang="sq-AL" sz="18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Poligon</a:t>
                      </a:r>
                      <a:endParaRPr lang="sq-AL" sz="18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q-AL" sz="1800" b="0" i="0" u="none" strike="noStrike" noProof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101</a:t>
                      </a:r>
                      <a:endParaRPr lang="sq-AL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36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noProof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Gjithsej</a:t>
                      </a:r>
                      <a:endParaRPr lang="sq-AL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noProof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372</a:t>
                      </a:r>
                      <a:endParaRPr lang="sq-AL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800" y="1219200"/>
          <a:ext cx="5562600" cy="5332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200"/>
                <a:gridCol w="1854200"/>
                <a:gridCol w="1854200"/>
              </a:tblGrid>
              <a:tr h="434340">
                <a:tc>
                  <a:txBody>
                    <a:bodyPr/>
                    <a:lstStyle/>
                    <a:p>
                      <a:r>
                        <a:rPr lang="sq-AL" noProof="0" smtClean="0"/>
                        <a:t>Kodi i</a:t>
                      </a:r>
                    </a:p>
                    <a:p>
                      <a:r>
                        <a:rPr lang="sq-AL" noProof="0" smtClean="0"/>
                        <a:t>simboleve</a:t>
                      </a:r>
                    </a:p>
                    <a:p>
                      <a:r>
                        <a:rPr lang="sq-AL" noProof="0" smtClean="0"/>
                        <a:t>prej-deri</a:t>
                      </a:r>
                      <a:endParaRPr lang="sq-AL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q-AL" noProof="0" smtClean="0"/>
                        <a:t>Emertimi i simboleve</a:t>
                      </a:r>
                      <a:endParaRPr lang="sq-AL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q-AL" noProof="0" dirty="0" smtClean="0"/>
                        <a:t>Numri I Shenjave</a:t>
                      </a:r>
                      <a:endParaRPr lang="sq-AL" noProof="0" dirty="0"/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001a-022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QENDRAT E BANUARA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9525" marR="9525" marT="9525" marB="0" anchor="b"/>
                </a:tc>
              </a:tr>
              <a:tr h="4343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023-050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OBJEKTE EKONOMIKE DHE PUBLIKE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9525" marR="9525" marT="9525" marB="0" anchor="b"/>
                </a:tc>
              </a:tr>
              <a:tr h="4343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051-118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RRJETI I KOMUNIKACIONIT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marL="9525" marR="9525" marT="9525" marB="0" anchor="b"/>
                </a:tc>
              </a:tr>
              <a:tr h="4343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119-149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SHENJA PËR PARAQITJEN E RELIEVIT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9525" marR="9525" marT="9525" marB="0" anchor="b"/>
                </a:tc>
              </a:tr>
              <a:tr h="4343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150-221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SHENJA TË UJËRAVE SIPËRFAQËSORE DHE OBJEKTEVE HIDROTEKNIKE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9525" marR="9525" marT="9525" marB="0" anchor="ctr"/>
                </a:tc>
              </a:tr>
              <a:tr h="4343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222-273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SHENJA PËR PARAQITJEN E RELIEVIT NËNUJOR (DETAR DHE NËNDETAR)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9525" marR="9525" marT="9525" marB="0" anchor="b"/>
                </a:tc>
              </a:tr>
              <a:tr h="4343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274-306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SHENJA PËR BIMË DHE LLOJET E TOKËS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9525" marR="9525" marT="9525" marB="0" anchor="b"/>
                </a:tc>
              </a:tr>
              <a:tr h="4343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307-315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SHENJA PËR KUFIJ, OBJEKTE KUFITARE DHE RRETHOJA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</a:tr>
              <a:tr h="4343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316-328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SHENJA PËR PIKA GJEODEZIKE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82000" cy="438912"/>
          </a:xfrm>
        </p:spPr>
        <p:txBody>
          <a:bodyPr>
            <a:normAutofit fontScale="90000"/>
          </a:bodyPr>
          <a:lstStyle/>
          <a:p>
            <a:r>
              <a:rPr lang="en-US" sz="2800" dirty="0" smtClean="0"/>
              <a:t>5. </a:t>
            </a:r>
            <a:r>
              <a:rPr lang="sq-AL" sz="2800" dirty="0" smtClean="0"/>
              <a:t>Mënyra e krijimit te simboleve hartografike në formë pikë</a:t>
            </a:r>
            <a:endParaRPr lang="en-US" sz="2800" dirty="0"/>
          </a:p>
        </p:txBody>
      </p:sp>
      <p:pic>
        <p:nvPicPr>
          <p:cNvPr id="1026" name="Picture 2" descr="krijimi i 001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371600"/>
            <a:ext cx="4724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 descr="001a k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0" y="1371600"/>
            <a:ext cx="41910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33400" y="609600"/>
            <a:ext cx="8382000" cy="438912"/>
          </a:xfrm>
        </p:spPr>
        <p:txBody>
          <a:bodyPr>
            <a:normAutofit fontScale="90000"/>
          </a:bodyPr>
          <a:lstStyle/>
          <a:p>
            <a:r>
              <a:rPr lang="en-US" sz="2800" dirty="0" smtClean="0"/>
              <a:t>5. </a:t>
            </a:r>
            <a:r>
              <a:rPr lang="sq-AL" sz="2800" dirty="0" smtClean="0"/>
              <a:t>Mënyra e krijimit te simboleve hartografike në formë linjë</a:t>
            </a:r>
            <a:endParaRPr lang="en-US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9200"/>
            <a:ext cx="44958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 descr="064 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1295400"/>
            <a:ext cx="45720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82000" cy="438912"/>
          </a:xfrm>
        </p:spPr>
        <p:txBody>
          <a:bodyPr>
            <a:normAutofit fontScale="90000"/>
          </a:bodyPr>
          <a:lstStyle/>
          <a:p>
            <a:r>
              <a:rPr lang="en-US" sz="2800" dirty="0" smtClean="0"/>
              <a:t>5. </a:t>
            </a:r>
            <a:r>
              <a:rPr lang="sq-AL" sz="2800" dirty="0" smtClean="0"/>
              <a:t>Mënyra e krijimit te simboleve hartografike në formë poligon</a:t>
            </a:r>
            <a:endParaRPr lang="sq-AL" sz="2800" dirty="0"/>
          </a:p>
        </p:txBody>
      </p:sp>
      <p:pic>
        <p:nvPicPr>
          <p:cNvPr id="3074" name="Picture 2" descr="290a 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1219200"/>
            <a:ext cx="4343400" cy="5282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poligon prezantim.bm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9200"/>
            <a:ext cx="4343400" cy="525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5029200" cy="838200"/>
          </a:xfrm>
        </p:spPr>
        <p:txBody>
          <a:bodyPr>
            <a:noAutofit/>
          </a:bodyPr>
          <a:lstStyle/>
          <a:p>
            <a:pPr algn="ctr"/>
            <a:r>
              <a:rPr lang="en-US" sz="4800" dirty="0" smtClean="0"/>
              <a:t>6.</a:t>
            </a:r>
            <a:r>
              <a:rPr lang="sq-AL" sz="4800" dirty="0" smtClean="0"/>
              <a:t>Konstatimet</a:t>
            </a:r>
            <a:endParaRPr lang="sq-AL" sz="4800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09600" y="1447800"/>
            <a:ext cx="7848600" cy="5257800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/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endParaRPr lang="en-US" sz="360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r>
              <a:rPr lang="sq-AL" sz="36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1</a:t>
            </a:r>
            <a:r>
              <a:rPr kumimoji="0" lang="sq-AL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 Duhet</a:t>
            </a:r>
            <a:r>
              <a:rPr lang="sq-AL" sz="36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të </a:t>
            </a:r>
            <a:r>
              <a:rPr kumimoji="0" lang="sq-AL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Aplikohet</a:t>
            </a:r>
            <a:r>
              <a:rPr lang="sq-AL" sz="36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në Kosovë</a:t>
            </a:r>
            <a:endParaRPr kumimoji="0" lang="sq-AL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r>
              <a:rPr lang="sq-AL" sz="36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2. Gjeodatabazë fleksibile</a:t>
            </a:r>
          </a:p>
          <a:p>
            <a:pPr lvl="0">
              <a:spcBef>
                <a:spcPct val="0"/>
              </a:spcBef>
            </a:pPr>
            <a:r>
              <a:rPr kumimoji="0" lang="sq-AL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</a:t>
            </a:r>
            <a:r>
              <a:rPr lang="sq-AL" sz="36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. </a:t>
            </a:r>
            <a:r>
              <a:rPr lang="sq-AL" sz="3600" dirty="0" smtClean="0">
                <a:solidFill>
                  <a:schemeClr val="tx2"/>
                </a:solidFill>
              </a:rPr>
              <a:t>Gjeodatabazë e menagjueshme</a:t>
            </a:r>
          </a:p>
          <a:p>
            <a:pPr lvl="0">
              <a:spcBef>
                <a:spcPct val="0"/>
              </a:spcBef>
            </a:pPr>
            <a:r>
              <a:rPr kumimoji="0" lang="sq-AL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4. </a:t>
            </a:r>
            <a:r>
              <a:rPr lang="sq-AL" sz="3600" dirty="0" smtClean="0">
                <a:solidFill>
                  <a:schemeClr val="tx2"/>
                </a:solidFill>
              </a:rPr>
              <a:t>Gjeodatabazë lehtë e përdorshme</a:t>
            </a:r>
          </a:p>
          <a:p>
            <a:pPr lvl="0">
              <a:spcBef>
                <a:spcPct val="0"/>
              </a:spcBef>
            </a:pPr>
            <a:r>
              <a:rPr kumimoji="0" lang="sq-AL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5. </a:t>
            </a:r>
            <a:r>
              <a:rPr lang="sq-AL" sz="3600" dirty="0" smtClean="0">
                <a:solidFill>
                  <a:schemeClr val="tx2"/>
                </a:solidFill>
              </a:rPr>
              <a:t>Gjeodatabazë e kontrolluar</a:t>
            </a:r>
          </a:p>
          <a:p>
            <a:pPr lvl="0">
              <a:spcBef>
                <a:spcPct val="0"/>
              </a:spcBef>
            </a:pPr>
            <a:r>
              <a:rPr kumimoji="0" lang="sq-AL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6. </a:t>
            </a:r>
            <a:r>
              <a:rPr lang="sq-AL" sz="36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Qel</a:t>
            </a:r>
            <a:r>
              <a:rPr lang="sq-AL" sz="3600" dirty="0" smtClean="0">
                <a:solidFill>
                  <a:schemeClr val="tx2"/>
                </a:solidFill>
              </a:rPr>
              <a:t>ës digjital </a:t>
            </a:r>
            <a:endParaRPr kumimoji="0" lang="sq-AL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AL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q-AL" sz="3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609600"/>
            <a:ext cx="1981200" cy="438912"/>
          </a:xfrm>
        </p:spPr>
        <p:txBody>
          <a:bodyPr>
            <a:noAutofit/>
          </a:bodyPr>
          <a:lstStyle/>
          <a:p>
            <a:r>
              <a:rPr lang="sq-AL" sz="3200" dirty="0" smtClean="0"/>
              <a:t>Literatura</a:t>
            </a:r>
            <a:r>
              <a:rPr lang="en-US" sz="3200" dirty="0" smtClean="0"/>
              <a:t>:</a:t>
            </a:r>
            <a:endParaRPr lang="en-US" sz="3200" dirty="0"/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609600" y="1295400"/>
            <a:ext cx="8077200" cy="2215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sq-AL" dirty="0" smtClean="0">
                <a:latin typeface="Times New Roman" pitchFamily="18" charset="0"/>
                <a:ea typeface="MS Mincho" pitchFamily="49" charset="-128"/>
                <a:cs typeface="ArialMT" charset="0"/>
              </a:rPr>
              <a:t>Idrizi B. (2010): Hartografia topografike (skripte); FNA; Prishtine.</a:t>
            </a:r>
            <a:endParaRPr lang="en-US" dirty="0" smtClean="0"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sq-AL" dirty="0" smtClean="0">
                <a:latin typeface="Times New Roman" pitchFamily="18" charset="0"/>
                <a:ea typeface="MS Mincho" pitchFamily="49" charset="-128"/>
                <a:cs typeface="ArialMT" charset="0"/>
              </a:rPr>
              <a:t>EGIS_OHRID (një </a:t>
            </a:r>
            <a:r>
              <a:rPr lang="sq-AL" dirty="0" err="1" smtClean="0">
                <a:latin typeface="Times New Roman" pitchFamily="18" charset="0"/>
                <a:ea typeface="MS Mincho" pitchFamily="49" charset="-128"/>
                <a:cs typeface="ArialMT" charset="0"/>
              </a:rPr>
              <a:t>geo</a:t>
            </a:r>
            <a:r>
              <a:rPr lang="sq-AL" dirty="0" smtClean="0">
                <a:latin typeface="Times New Roman" pitchFamily="18" charset="0"/>
                <a:ea typeface="MS Mincho" pitchFamily="49" charset="-128"/>
                <a:cs typeface="ArialMT" charset="0"/>
              </a:rPr>
              <a:t> data e përpiluar nga prof.Dr.sc Bashkim Idrizi)</a:t>
            </a:r>
            <a:endParaRPr lang="en-US" dirty="0" smtClean="0"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sq-AL" dirty="0" err="1" smtClean="0">
                <a:latin typeface="Times New Roman" pitchFamily="18" charset="0"/>
                <a:ea typeface="MS Mincho" pitchFamily="49" charset="-128"/>
                <a:cs typeface="ArialMT" charset="0"/>
              </a:rPr>
              <a:t>Bajselmani</a:t>
            </a:r>
            <a:r>
              <a:rPr lang="sq-AL" dirty="0" smtClean="0">
                <a:latin typeface="Times New Roman" pitchFamily="18" charset="0"/>
                <a:ea typeface="MS Mincho" pitchFamily="49" charset="-128"/>
                <a:cs typeface="ArialMT" charset="0"/>
              </a:rPr>
              <a:t> F.(2010):Formimi i çelësit hartografik dhe strukturës së </a:t>
            </a:r>
            <a:r>
              <a:rPr lang="sq-AL" dirty="0" err="1" smtClean="0">
                <a:latin typeface="Times New Roman" pitchFamily="18" charset="0"/>
                <a:ea typeface="MS Mincho" pitchFamily="49" charset="-128"/>
                <a:cs typeface="ArialMT" charset="0"/>
              </a:rPr>
              <a:t>ba</a:t>
            </a:r>
            <a:r>
              <a:rPr lang="en-US" dirty="0" smtClean="0">
                <a:latin typeface="Times New Roman" pitchFamily="18" charset="0"/>
                <a:ea typeface="MS Mincho" pitchFamily="49" charset="-128"/>
                <a:cs typeface="ArialMT" charset="0"/>
              </a:rPr>
              <a:t>z</a:t>
            </a:r>
            <a:r>
              <a:rPr lang="sq-AL" dirty="0" smtClean="0">
                <a:latin typeface="Times New Roman" pitchFamily="18" charset="0"/>
                <a:ea typeface="MS Mincho" pitchFamily="49" charset="-128"/>
                <a:cs typeface="ArialMT" charset="0"/>
              </a:rPr>
              <a:t>ës</a:t>
            </a:r>
            <a:r>
              <a:rPr lang="en-US" dirty="0" smtClean="0">
                <a:latin typeface="Times New Roman" pitchFamily="18" charset="0"/>
                <a:ea typeface="MS Mincho" pitchFamily="49" charset="-128"/>
                <a:cs typeface="ArialMT" charset="0"/>
              </a:rPr>
              <a:t> </a:t>
            </a:r>
            <a:r>
              <a:rPr lang="sq-AL" dirty="0" smtClean="0">
                <a:latin typeface="Times New Roman" pitchFamily="18" charset="0"/>
                <a:ea typeface="MS Mincho" pitchFamily="49" charset="-128"/>
                <a:cs typeface="ArialMT" charset="0"/>
              </a:rPr>
              <a:t>të të dhënave për hartat topografike 1:50 000 sipas standardeve të NATO_s ; punim diplome ; FNA , Prishtinë</a:t>
            </a:r>
            <a:endParaRPr lang="en-US" dirty="0" smtClean="0"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dirty="0" smtClean="0">
                <a:latin typeface="Times New Roman" pitchFamily="18" charset="0"/>
                <a:ea typeface="MS Mincho" pitchFamily="49" charset="-128"/>
                <a:cs typeface="Times New Roman" pitchFamily="18" charset="0"/>
                <a:hlinkClick r:id="rId2"/>
              </a:rPr>
              <a:t>http://www.esri.com/software/arcgis/geodatabase/index.html</a:t>
            </a:r>
            <a:endParaRPr lang="en-US" dirty="0" smtClean="0"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dirty="0" smtClean="0">
                <a:latin typeface="Times New Roman" pitchFamily="18" charset="0"/>
                <a:ea typeface="MS Mincho" pitchFamily="49" charset="-128"/>
                <a:cs typeface="Times New Roman" pitchFamily="18" charset="0"/>
                <a:hlinkClick r:id="rId3"/>
              </a:rPr>
              <a:t>http://www.esri.com/library/ëhitepapers/pdfs/geodatabase-topology.pdf</a:t>
            </a:r>
            <a:endParaRPr lang="en-US" dirty="0" smtClean="0"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dirty="0" smtClean="0">
                <a:latin typeface="Times New Roman" pitchFamily="18" charset="0"/>
                <a:ea typeface="MS Mincho" pitchFamily="49" charset="-128"/>
                <a:cs typeface="Times New Roman" pitchFamily="18" charset="0"/>
                <a:hlinkClick r:id="rId4"/>
              </a:rPr>
              <a:t>http://www.esri.com/neës/podcasts/transcripts/typesofgeodatabasesatarcgis92.pdf</a:t>
            </a:r>
            <a:endParaRPr lang="en-US" sz="1100" dirty="0" smtClean="0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457200" y="3355848"/>
            <a:ext cx="8458200" cy="1673352"/>
          </a:xfrm>
          <a:prstGeom prst="rect">
            <a:avLst/>
          </a:prstGeom>
        </p:spPr>
        <p:txBody>
          <a:bodyPr vert="horz" lIns="0" rIns="0" bIns="0" anchor="b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Ju</a:t>
            </a:r>
            <a:r>
              <a:rPr kumimoji="0" lang="en-US" sz="5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kumimoji="0" lang="en-US" sz="50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faleminderit</a:t>
            </a:r>
            <a:r>
              <a:rPr kumimoji="0" lang="en-US" sz="5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per </a:t>
            </a:r>
            <a:r>
              <a:rPr kumimoji="0" lang="en-US" sz="50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vemendjen</a:t>
            </a:r>
            <a:r>
              <a:rPr kumimoji="0" lang="en-US" sz="5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!!!</a:t>
            </a:r>
            <a:r>
              <a:rPr kumimoji="0" 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784</TotalTime>
  <Words>1029</Words>
  <Application>Microsoft Office PowerPoint</Application>
  <PresentationFormat>On-screen Show (4:3)</PresentationFormat>
  <Paragraphs>319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Flow</vt:lpstr>
      <vt:lpstr> UNIVERSITETI I PRISHTINËS FAKULTETI I NDËRTIMTARISË DHE ARKITEKTURËS Departamenti i gjeodezisë         – PUNIM DIPLOME –   TEMA: Krijimi i strukturës së të dhënave në formë të GIS_it për hartat ekzistuese topografike në shkallë 1:25 000 për Republikën e Kosovës        </vt:lpstr>
      <vt:lpstr>Përmbajtja e temës:</vt:lpstr>
      <vt:lpstr>1. Gjendja momentale e hartave topografike në shkallë   1:25 000</vt:lpstr>
      <vt:lpstr>1. Gjendja momentale e hartave topografike në shkallë   1:25 000</vt:lpstr>
      <vt:lpstr>1. Gjendja momentale e hartave topografike në shkallë   1:25 000</vt:lpstr>
      <vt:lpstr>2  Karakteristikat e  hartave topografike</vt:lpstr>
      <vt:lpstr>  3  Të dhënat gjeohapsinore ne kuadër te hartave topografike</vt:lpstr>
      <vt:lpstr>Slide 8</vt:lpstr>
      <vt:lpstr>4. Struktura e Shtresave Tematike(layer) dhe lista e të dhënave me kodet e tyre(Item Code)</vt:lpstr>
      <vt:lpstr>4. Struktura e Shtresave Tematike(layer) dhe lista e të dhënave me kodet e tyre(Item Code)</vt:lpstr>
      <vt:lpstr>4. Struktura e Shtresave Tematike(layer) dhe lista e të dhënave me kodet e tyre(Item Code)</vt:lpstr>
      <vt:lpstr>4.Krijimi i Kodit Domain(Domain Code)</vt:lpstr>
      <vt:lpstr>4. Krijimi i Kodit Domain(Domain Code)</vt:lpstr>
      <vt:lpstr>4. Atributet e Të Dhënave</vt:lpstr>
      <vt:lpstr>4. Atributet e Të Dhënave</vt:lpstr>
      <vt:lpstr>4. Atributet e Të Dhënave</vt:lpstr>
      <vt:lpstr>Slide 17</vt:lpstr>
      <vt:lpstr>5. Krijimi i Çelësit Hartografik Digjital</vt:lpstr>
      <vt:lpstr>5. Mënyra e krijimit te simboleve hartografike në formë pikë</vt:lpstr>
      <vt:lpstr>5. Mënyra e krijimit te simboleve hartografike në formë linjë</vt:lpstr>
      <vt:lpstr>5. Mënyra e krijimit te simboleve hartografike në formë poligon</vt:lpstr>
      <vt:lpstr>6.Konstatimet</vt:lpstr>
      <vt:lpstr>Literatura:</vt:lpstr>
      <vt:lpstr>Slide 24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UNIVERSITETI I PRISHTINËS FAKULTETI I NDËRTIMTARISË DHE ARKITEKTURËS Departamenti i gjeodezisë    PUNIM DIPLOME –   TEMA: FORMIMI I ÇELËSIT HARTOGRAFIK DHE STRUKTURËS SË BAZËS SË TË DHËNAVE PËR HARTAT TOPOGRAFIKE TË SHKALLËS 1:50.000 SIPAS STANDARDEVE TË NATO-s      </dc:title>
  <dc:creator>Liridon Sejdiu</dc:creator>
  <cp:lastModifiedBy>Liridon Sejdiu</cp:lastModifiedBy>
  <cp:revision>111</cp:revision>
  <dcterms:created xsi:type="dcterms:W3CDTF">2011-12-17T12:47:56Z</dcterms:created>
  <dcterms:modified xsi:type="dcterms:W3CDTF">2011-12-20T11:09:11Z</dcterms:modified>
</cp:coreProperties>
</file>